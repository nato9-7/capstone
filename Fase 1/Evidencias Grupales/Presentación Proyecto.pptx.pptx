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heddar" charset="1" panose="00000000000000000000"/>
      <p:regular r:id="rId16"/>
    </p:embeddedFont>
    <p:embeddedFont>
      <p:font typeface="Open Sans 1 Bold" charset="1" panose="00000000000000000000"/>
      <p:regular r:id="rId17"/>
    </p:embeddedFont>
    <p:embeddedFont>
      <p:font typeface="Open Sans 1 Bold Italics" charset="1" panose="00000000000000000000"/>
      <p:regular r:id="rId18"/>
    </p:embeddedFont>
    <p:embeddedFont>
      <p:font typeface="Open Sans 1 Italics" charset="1" panose="00000000000000000000"/>
      <p:regular r:id="rId19"/>
    </p:embeddedFont>
    <p:embeddedFont>
      <p:font typeface="Open Sans 1" charset="1" panose="00000000000000000000"/>
      <p:regular r:id="rId20"/>
    </p:embeddedFont>
    <p:embeddedFont>
      <p:font typeface="Open Sans 2" charset="1" panose="020B0606030504020204"/>
      <p:regular r:id="rId21"/>
    </p:embeddedFont>
    <p:embeddedFont>
      <p:font typeface="Open Sans 2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64010" y="4082099"/>
            <a:ext cx="13613062" cy="342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45"/>
              </a:lnSpc>
              <a:spcBef>
                <a:spcPct val="0"/>
              </a:spcBef>
            </a:pPr>
            <a:r>
              <a:rPr lang="en-US" sz="18032" spc="540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RB ALERTAS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85328" y="7184305"/>
            <a:ext cx="9016770" cy="402476"/>
            <a:chOff x="0" y="0"/>
            <a:chExt cx="10669539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6641" y="47611"/>
              <a:ext cx="10495836" cy="379427"/>
            </a:xfrm>
            <a:custGeom>
              <a:avLst/>
              <a:gdLst/>
              <a:ahLst/>
              <a:cxnLst/>
              <a:rect r="r" b="b" t="t" l="l"/>
              <a:pathLst>
                <a:path h="379427" w="10495836">
                  <a:moveTo>
                    <a:pt x="63542" y="83199"/>
                  </a:moveTo>
                  <a:cubicBezTo>
                    <a:pt x="864520" y="14619"/>
                    <a:pt x="1191005" y="9539"/>
                    <a:pt x="1591493" y="3189"/>
                  </a:cubicBezTo>
                  <a:cubicBezTo>
                    <a:pt x="2183520" y="-4431"/>
                    <a:pt x="2971438" y="3189"/>
                    <a:pt x="3798534" y="9539"/>
                  </a:cubicBezTo>
                  <a:cubicBezTo>
                    <a:pt x="4860700" y="15889"/>
                    <a:pt x="6288528" y="13349"/>
                    <a:pt x="7439933" y="48909"/>
                  </a:cubicBezTo>
                  <a:cubicBezTo>
                    <a:pt x="8484686" y="80659"/>
                    <a:pt x="10191116" y="164479"/>
                    <a:pt x="10419656" y="200039"/>
                  </a:cubicBezTo>
                  <a:cubicBezTo>
                    <a:pt x="10452304" y="203849"/>
                    <a:pt x="10461011" y="205119"/>
                    <a:pt x="10471894" y="212739"/>
                  </a:cubicBezTo>
                  <a:cubicBezTo>
                    <a:pt x="10487129" y="222899"/>
                    <a:pt x="10500189" y="241949"/>
                    <a:pt x="10493660" y="254649"/>
                  </a:cubicBezTo>
                  <a:cubicBezTo>
                    <a:pt x="10489306" y="268619"/>
                    <a:pt x="10471894" y="281319"/>
                    <a:pt x="10430538" y="291479"/>
                  </a:cubicBezTo>
                  <a:cubicBezTo>
                    <a:pt x="10267296" y="332119"/>
                    <a:pt x="9431494" y="297829"/>
                    <a:pt x="9024476" y="316879"/>
                  </a:cubicBezTo>
                  <a:cubicBezTo>
                    <a:pt x="8706697" y="330849"/>
                    <a:pt x="8323620" y="374029"/>
                    <a:pt x="8179967" y="377839"/>
                  </a:cubicBezTo>
                  <a:cubicBezTo>
                    <a:pt x="8132082" y="379109"/>
                    <a:pt x="8105964" y="381649"/>
                    <a:pt x="8082021" y="375299"/>
                  </a:cubicBezTo>
                  <a:cubicBezTo>
                    <a:pt x="8062432" y="371489"/>
                    <a:pt x="8047197" y="366409"/>
                    <a:pt x="8036314" y="356249"/>
                  </a:cubicBezTo>
                  <a:cubicBezTo>
                    <a:pt x="8025431" y="344819"/>
                    <a:pt x="8018901" y="321959"/>
                    <a:pt x="8027606" y="309259"/>
                  </a:cubicBezTo>
                  <a:cubicBezTo>
                    <a:pt x="8036314" y="296559"/>
                    <a:pt x="8066785" y="281319"/>
                    <a:pt x="8090727" y="278779"/>
                  </a:cubicBezTo>
                  <a:cubicBezTo>
                    <a:pt x="8112493" y="274969"/>
                    <a:pt x="8151672" y="281319"/>
                    <a:pt x="8169084" y="291479"/>
                  </a:cubicBezTo>
                  <a:cubicBezTo>
                    <a:pt x="8186497" y="300369"/>
                    <a:pt x="8195202" y="323229"/>
                    <a:pt x="8195202" y="335929"/>
                  </a:cubicBezTo>
                  <a:cubicBezTo>
                    <a:pt x="8193026" y="346089"/>
                    <a:pt x="8184320" y="357519"/>
                    <a:pt x="8169084" y="365139"/>
                  </a:cubicBezTo>
                  <a:cubicBezTo>
                    <a:pt x="8151672" y="372759"/>
                    <a:pt x="8112493" y="379109"/>
                    <a:pt x="8090727" y="377839"/>
                  </a:cubicBezTo>
                  <a:cubicBezTo>
                    <a:pt x="8071138" y="376569"/>
                    <a:pt x="8053726" y="368949"/>
                    <a:pt x="8042843" y="361329"/>
                  </a:cubicBezTo>
                  <a:cubicBezTo>
                    <a:pt x="8031960" y="352439"/>
                    <a:pt x="8023254" y="341009"/>
                    <a:pt x="8023254" y="330849"/>
                  </a:cubicBezTo>
                  <a:cubicBezTo>
                    <a:pt x="8021077" y="320689"/>
                    <a:pt x="8027606" y="307989"/>
                    <a:pt x="8036314" y="299099"/>
                  </a:cubicBezTo>
                  <a:cubicBezTo>
                    <a:pt x="8047197" y="291479"/>
                    <a:pt x="8058079" y="285129"/>
                    <a:pt x="8079845" y="280049"/>
                  </a:cubicBezTo>
                  <a:cubicBezTo>
                    <a:pt x="8136435" y="268619"/>
                    <a:pt x="8277912" y="278779"/>
                    <a:pt x="8401977" y="272429"/>
                  </a:cubicBezTo>
                  <a:cubicBezTo>
                    <a:pt x="8573926" y="263539"/>
                    <a:pt x="8769817" y="236869"/>
                    <a:pt x="9015769" y="225439"/>
                  </a:cubicBezTo>
                  <a:cubicBezTo>
                    <a:pt x="9387962" y="207659"/>
                    <a:pt x="10271649" y="182259"/>
                    <a:pt x="10419656" y="200039"/>
                  </a:cubicBezTo>
                  <a:cubicBezTo>
                    <a:pt x="10450128" y="202579"/>
                    <a:pt x="10458834" y="206389"/>
                    <a:pt x="10471894" y="212739"/>
                  </a:cubicBezTo>
                  <a:cubicBezTo>
                    <a:pt x="10484953" y="220359"/>
                    <a:pt x="10493660" y="233059"/>
                    <a:pt x="10495836" y="243219"/>
                  </a:cubicBezTo>
                  <a:cubicBezTo>
                    <a:pt x="10495836" y="253379"/>
                    <a:pt x="10489306" y="266079"/>
                    <a:pt x="10478423" y="274969"/>
                  </a:cubicBezTo>
                  <a:cubicBezTo>
                    <a:pt x="10467540" y="282589"/>
                    <a:pt x="10461011" y="287669"/>
                    <a:pt x="10430539" y="291479"/>
                  </a:cubicBezTo>
                  <a:cubicBezTo>
                    <a:pt x="10221588" y="319419"/>
                    <a:pt x="8573926" y="170829"/>
                    <a:pt x="7781655" y="141619"/>
                  </a:cubicBezTo>
                  <a:cubicBezTo>
                    <a:pt x="7139567" y="118759"/>
                    <a:pt x="6756491" y="121299"/>
                    <a:pt x="6036047" y="114949"/>
                  </a:cubicBezTo>
                  <a:cubicBezTo>
                    <a:pt x="4865052" y="104789"/>
                    <a:pt x="2388117" y="89549"/>
                    <a:pt x="1428251" y="104789"/>
                  </a:cubicBezTo>
                  <a:cubicBezTo>
                    <a:pt x="990761" y="112409"/>
                    <a:pt x="720866" y="121299"/>
                    <a:pt x="474914" y="139079"/>
                  </a:cubicBezTo>
                  <a:cubicBezTo>
                    <a:pt x="316024" y="150509"/>
                    <a:pt x="159311" y="186069"/>
                    <a:pt x="87485" y="182259"/>
                  </a:cubicBezTo>
                  <a:cubicBezTo>
                    <a:pt x="59189" y="180989"/>
                    <a:pt x="46130" y="178449"/>
                    <a:pt x="30894" y="170829"/>
                  </a:cubicBezTo>
                  <a:cubicBezTo>
                    <a:pt x="15658" y="163209"/>
                    <a:pt x="4775" y="150509"/>
                    <a:pt x="422" y="139079"/>
                  </a:cubicBezTo>
                  <a:cubicBezTo>
                    <a:pt x="-1755" y="128919"/>
                    <a:pt x="4775" y="113679"/>
                    <a:pt x="13481" y="104789"/>
                  </a:cubicBezTo>
                  <a:cubicBezTo>
                    <a:pt x="24364" y="94629"/>
                    <a:pt x="63542" y="83199"/>
                    <a:pt x="63542" y="83199"/>
                  </a:cubicBezTo>
                </a:path>
              </a:pathLst>
            </a:custGeom>
            <a:solidFill>
              <a:srgbClr val="3D68B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680458" y="414312"/>
            <a:ext cx="2927085" cy="2786942"/>
            <a:chOff x="0" y="0"/>
            <a:chExt cx="943365" cy="8981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3365" cy="898199"/>
            </a:xfrm>
            <a:custGeom>
              <a:avLst/>
              <a:gdLst/>
              <a:ahLst/>
              <a:cxnLst/>
              <a:rect r="r" b="b" t="t" l="l"/>
              <a:pathLst>
                <a:path h="898199" w="943365">
                  <a:moveTo>
                    <a:pt x="471683" y="0"/>
                  </a:moveTo>
                  <a:cubicBezTo>
                    <a:pt x="211180" y="0"/>
                    <a:pt x="0" y="201069"/>
                    <a:pt x="0" y="449100"/>
                  </a:cubicBezTo>
                  <a:cubicBezTo>
                    <a:pt x="0" y="697130"/>
                    <a:pt x="211180" y="898199"/>
                    <a:pt x="471683" y="898199"/>
                  </a:cubicBezTo>
                  <a:cubicBezTo>
                    <a:pt x="732186" y="898199"/>
                    <a:pt x="943365" y="697130"/>
                    <a:pt x="943365" y="449100"/>
                  </a:cubicBezTo>
                  <a:cubicBezTo>
                    <a:pt x="943365" y="201069"/>
                    <a:pt x="732186" y="0"/>
                    <a:pt x="471683" y="0"/>
                  </a:cubicBezTo>
                  <a:close/>
                </a:path>
              </a:pathLst>
            </a:custGeom>
            <a:solidFill>
              <a:srgbClr val="07A6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88440" y="141356"/>
              <a:ext cx="766484" cy="672637"/>
            </a:xfrm>
            <a:prstGeom prst="rect">
              <a:avLst/>
            </a:prstGeom>
          </p:spPr>
          <p:txBody>
            <a:bodyPr anchor="ctr" rtlCol="false" tIns="49781" lIns="49781" bIns="49781" rIns="49781"/>
            <a:lstStyle/>
            <a:p>
              <a:pPr algn="ctr">
                <a:lnSpc>
                  <a:spcPts val="208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887585" y="0"/>
            <a:ext cx="4530845" cy="3504652"/>
          </a:xfrm>
          <a:custGeom>
            <a:avLst/>
            <a:gdLst/>
            <a:ahLst/>
            <a:cxnLst/>
            <a:rect r="r" b="b" t="t" l="l"/>
            <a:pathLst>
              <a:path h="3504652" w="4530845">
                <a:moveTo>
                  <a:pt x="0" y="0"/>
                </a:moveTo>
                <a:lnTo>
                  <a:pt x="4530845" y="0"/>
                </a:lnTo>
                <a:lnTo>
                  <a:pt x="4530845" y="3504652"/>
                </a:lnTo>
                <a:lnTo>
                  <a:pt x="0" y="3504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962" r="0" b="-4695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64010" y="3717287"/>
            <a:ext cx="13613062" cy="105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82"/>
              </a:lnSpc>
            </a:pPr>
            <a:r>
              <a:rPr lang="en-US" b="true" sz="6524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PROYECTO CAPSTONE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3811" y="8022082"/>
            <a:ext cx="6280379" cy="132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4"/>
              </a:lnSpc>
            </a:pPr>
            <a:r>
              <a:rPr lang="en-US" b="true" sz="2567" i="true">
                <a:solidFill>
                  <a:srgbClr val="FFFFF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Integrantes</a:t>
            </a:r>
          </a:p>
          <a:p>
            <a:pPr algn="ctr">
              <a:lnSpc>
                <a:spcPts val="3594"/>
              </a:lnSpc>
            </a:pPr>
            <a:r>
              <a:rPr lang="en-US" sz="2567" i="true">
                <a:solidFill>
                  <a:srgbClr val="FFFFFF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Bárbara Palma</a:t>
            </a:r>
          </a:p>
          <a:p>
            <a:pPr algn="ctr" marL="0" indent="0" lvl="0">
              <a:lnSpc>
                <a:spcPts val="3594"/>
              </a:lnSpc>
              <a:spcBef>
                <a:spcPct val="0"/>
              </a:spcBef>
            </a:pPr>
            <a:r>
              <a:rPr lang="en-US" sz="2567" i="true">
                <a:solidFill>
                  <a:srgbClr val="FFFFFF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Renato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5521" y="-277534"/>
            <a:ext cx="19645221" cy="731697"/>
            <a:chOff x="0" y="0"/>
            <a:chExt cx="5174050" cy="192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4050" cy="192710"/>
            </a:xfrm>
            <a:custGeom>
              <a:avLst/>
              <a:gdLst/>
              <a:ahLst/>
              <a:cxnLst/>
              <a:rect r="r" b="b" t="t" l="l"/>
              <a:pathLst>
                <a:path h="192710" w="5174050">
                  <a:moveTo>
                    <a:pt x="0" y="0"/>
                  </a:moveTo>
                  <a:lnTo>
                    <a:pt x="5174050" y="0"/>
                  </a:lnTo>
                  <a:lnTo>
                    <a:pt x="5174050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74050" cy="24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756161" y="5641183"/>
            <a:ext cx="17409751" cy="14863575"/>
          </a:xfrm>
          <a:custGeom>
            <a:avLst/>
            <a:gdLst/>
            <a:ahLst/>
            <a:cxnLst/>
            <a:rect r="r" b="b" t="t" l="l"/>
            <a:pathLst>
              <a:path h="14863575" w="17409751">
                <a:moveTo>
                  <a:pt x="0" y="0"/>
                </a:moveTo>
                <a:lnTo>
                  <a:pt x="17409751" y="0"/>
                </a:lnTo>
                <a:lnTo>
                  <a:pt x="17409751" y="14863575"/>
                </a:lnTo>
                <a:lnTo>
                  <a:pt x="0" y="1486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3940" y="4229760"/>
            <a:ext cx="9795269" cy="327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73"/>
              </a:lnSpc>
              <a:spcBef>
                <a:spcPct val="0"/>
              </a:spcBef>
            </a:pPr>
            <a:r>
              <a:rPr lang="en-US" sz="3123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RB Alertas es una app donde cada ciudadano podrá alertar a otros sobre sucesos que pasan a su alrededor mediante un ecosistema de participación en tiempo real, permitiendo a la población emitir y recibir alertas según su ubicación geográfica, conectando a personas y autoridades.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62791" y="1708102"/>
            <a:ext cx="12962418" cy="1539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¿QUÉ ES RB ALERTAS?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649282" y="3092179"/>
            <a:ext cx="4835614" cy="817658"/>
          </a:xfrm>
          <a:custGeom>
            <a:avLst/>
            <a:gdLst/>
            <a:ahLst/>
            <a:cxnLst/>
            <a:rect r="r" b="b" t="t" l="l"/>
            <a:pathLst>
              <a:path h="817658" w="4835614">
                <a:moveTo>
                  <a:pt x="0" y="0"/>
                </a:moveTo>
                <a:lnTo>
                  <a:pt x="4835615" y="0"/>
                </a:lnTo>
                <a:lnTo>
                  <a:pt x="4835615" y="817659"/>
                </a:lnTo>
                <a:lnTo>
                  <a:pt x="0" y="8176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20333" y="5490988"/>
            <a:ext cx="17409751" cy="14863575"/>
          </a:xfrm>
          <a:custGeom>
            <a:avLst/>
            <a:gdLst/>
            <a:ahLst/>
            <a:cxnLst/>
            <a:rect r="r" b="b" t="t" l="l"/>
            <a:pathLst>
              <a:path h="14863575" w="17409751">
                <a:moveTo>
                  <a:pt x="0" y="0"/>
                </a:moveTo>
                <a:lnTo>
                  <a:pt x="17409751" y="0"/>
                </a:lnTo>
                <a:lnTo>
                  <a:pt x="17409751" y="14863575"/>
                </a:lnTo>
                <a:lnTo>
                  <a:pt x="0" y="1486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7363" y="5641183"/>
            <a:ext cx="3787335" cy="4942851"/>
          </a:xfrm>
          <a:custGeom>
            <a:avLst/>
            <a:gdLst/>
            <a:ahLst/>
            <a:cxnLst/>
            <a:rect r="r" b="b" t="t" l="l"/>
            <a:pathLst>
              <a:path h="4942851" w="3787335">
                <a:moveTo>
                  <a:pt x="0" y="0"/>
                </a:moveTo>
                <a:lnTo>
                  <a:pt x="3787335" y="0"/>
                </a:lnTo>
                <a:lnTo>
                  <a:pt x="3787335" y="4942851"/>
                </a:lnTo>
                <a:lnTo>
                  <a:pt x="0" y="4942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5456">
            <a:off x="-4310877" y="255603"/>
            <a:ext cx="11751899" cy="8922650"/>
          </a:xfrm>
          <a:custGeom>
            <a:avLst/>
            <a:gdLst/>
            <a:ahLst/>
            <a:cxnLst/>
            <a:rect r="r" b="b" t="t" l="l"/>
            <a:pathLst>
              <a:path h="8922650" w="11751899">
                <a:moveTo>
                  <a:pt x="0" y="0"/>
                </a:moveTo>
                <a:lnTo>
                  <a:pt x="11751899" y="0"/>
                </a:lnTo>
                <a:lnTo>
                  <a:pt x="11751899" y="8922650"/>
                </a:lnTo>
                <a:lnTo>
                  <a:pt x="0" y="892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16" t="-66582" r="-4092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55521" y="-277534"/>
            <a:ext cx="1269871" cy="10883677"/>
            <a:chOff x="0" y="0"/>
            <a:chExt cx="334452" cy="28664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452" cy="2866483"/>
            </a:xfrm>
            <a:custGeom>
              <a:avLst/>
              <a:gdLst/>
              <a:ahLst/>
              <a:cxnLst/>
              <a:rect r="r" b="b" t="t" l="l"/>
              <a:pathLst>
                <a:path h="2866483" w="334452">
                  <a:moveTo>
                    <a:pt x="0" y="0"/>
                  </a:moveTo>
                  <a:lnTo>
                    <a:pt x="334452" y="0"/>
                  </a:lnTo>
                  <a:lnTo>
                    <a:pt x="334452" y="2866483"/>
                  </a:lnTo>
                  <a:lnTo>
                    <a:pt x="0" y="2866483"/>
                  </a:lnTo>
                  <a:close/>
                </a:path>
              </a:pathLst>
            </a:custGeom>
            <a:solidFill>
              <a:srgbClr val="3D68B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4452" cy="2923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8275" y="9374717"/>
            <a:ext cx="4442906" cy="770572"/>
            <a:chOff x="0" y="0"/>
            <a:chExt cx="5923874" cy="1027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6945" y="50800"/>
              <a:ext cx="5848938" cy="926031"/>
            </a:xfrm>
            <a:custGeom>
              <a:avLst/>
              <a:gdLst/>
              <a:ahLst/>
              <a:cxnLst/>
              <a:rect r="r" b="b" t="t" l="l"/>
              <a:pathLst>
                <a:path h="926031" w="5848938">
                  <a:moveTo>
                    <a:pt x="27918" y="0"/>
                  </a:moveTo>
                  <a:cubicBezTo>
                    <a:pt x="1276074" y="31750"/>
                    <a:pt x="1803320" y="10160"/>
                    <a:pt x="2339832" y="33020"/>
                  </a:cubicBezTo>
                  <a:cubicBezTo>
                    <a:pt x="2974566" y="62230"/>
                    <a:pt x="3899332" y="158750"/>
                    <a:pt x="4417312" y="207010"/>
                  </a:cubicBezTo>
                  <a:cubicBezTo>
                    <a:pt x="4727729" y="234950"/>
                    <a:pt x="4919539" y="264160"/>
                    <a:pt x="5160460" y="281940"/>
                  </a:cubicBezTo>
                  <a:cubicBezTo>
                    <a:pt x="5387482" y="298450"/>
                    <a:pt x="5754423" y="280670"/>
                    <a:pt x="5823919" y="314960"/>
                  </a:cubicBezTo>
                  <a:cubicBezTo>
                    <a:pt x="5838745" y="322580"/>
                    <a:pt x="5845231" y="330200"/>
                    <a:pt x="5848011" y="340360"/>
                  </a:cubicBezTo>
                  <a:cubicBezTo>
                    <a:pt x="5849864" y="351790"/>
                    <a:pt x="5847085" y="368300"/>
                    <a:pt x="5838745" y="379730"/>
                  </a:cubicBezTo>
                  <a:cubicBezTo>
                    <a:pt x="5820212" y="403860"/>
                    <a:pt x="5773881" y="411480"/>
                    <a:pt x="5703458" y="425450"/>
                  </a:cubicBezTo>
                  <a:cubicBezTo>
                    <a:pt x="5467171" y="476250"/>
                    <a:pt x="4509047" y="518160"/>
                    <a:pt x="4139326" y="566420"/>
                  </a:cubicBezTo>
                  <a:cubicBezTo>
                    <a:pt x="3935470" y="591820"/>
                    <a:pt x="3797404" y="617220"/>
                    <a:pt x="3665824" y="646430"/>
                  </a:cubicBezTo>
                  <a:cubicBezTo>
                    <a:pt x="3569455" y="666750"/>
                    <a:pt x="3493473" y="685800"/>
                    <a:pt x="3419343" y="712470"/>
                  </a:cubicBezTo>
                  <a:cubicBezTo>
                    <a:pt x="3356333" y="734060"/>
                    <a:pt x="3279424" y="792480"/>
                    <a:pt x="3246065" y="786130"/>
                  </a:cubicBezTo>
                  <a:cubicBezTo>
                    <a:pt x="3231239" y="782320"/>
                    <a:pt x="3218267" y="769620"/>
                    <a:pt x="3216413" y="756920"/>
                  </a:cubicBezTo>
                  <a:cubicBezTo>
                    <a:pt x="3214560" y="745490"/>
                    <a:pt x="3221046" y="723900"/>
                    <a:pt x="3234019" y="713740"/>
                  </a:cubicBezTo>
                  <a:cubicBezTo>
                    <a:pt x="3262744" y="689610"/>
                    <a:pt x="3356333" y="711200"/>
                    <a:pt x="3431389" y="715010"/>
                  </a:cubicBezTo>
                  <a:cubicBezTo>
                    <a:pt x="3530538" y="720090"/>
                    <a:pt x="3645438" y="730250"/>
                    <a:pt x="3779798" y="745490"/>
                  </a:cubicBezTo>
                  <a:cubicBezTo>
                    <a:pt x="3966048" y="768350"/>
                    <a:pt x="4343182" y="812800"/>
                    <a:pt x="4441404" y="844550"/>
                  </a:cubicBezTo>
                  <a:cubicBezTo>
                    <a:pt x="4470129" y="854710"/>
                    <a:pt x="4488661" y="859790"/>
                    <a:pt x="4496074" y="873760"/>
                  </a:cubicBezTo>
                  <a:cubicBezTo>
                    <a:pt x="4500707" y="882650"/>
                    <a:pt x="4499780" y="897890"/>
                    <a:pt x="4496074" y="906780"/>
                  </a:cubicBezTo>
                  <a:cubicBezTo>
                    <a:pt x="4492368" y="915670"/>
                    <a:pt x="4479395" y="925830"/>
                    <a:pt x="4471982" y="925830"/>
                  </a:cubicBezTo>
                  <a:cubicBezTo>
                    <a:pt x="4464569" y="925830"/>
                    <a:pt x="4455303" y="916940"/>
                    <a:pt x="4451597" y="908050"/>
                  </a:cubicBezTo>
                  <a:cubicBezTo>
                    <a:pt x="4447890" y="900430"/>
                    <a:pt x="4447890" y="883920"/>
                    <a:pt x="4450670" y="876300"/>
                  </a:cubicBezTo>
                  <a:cubicBezTo>
                    <a:pt x="4453450" y="867410"/>
                    <a:pt x="4462716" y="857250"/>
                    <a:pt x="4470129" y="855980"/>
                  </a:cubicBezTo>
                  <a:cubicBezTo>
                    <a:pt x="4476615" y="854710"/>
                    <a:pt x="4487735" y="859790"/>
                    <a:pt x="4492368" y="867410"/>
                  </a:cubicBezTo>
                  <a:cubicBezTo>
                    <a:pt x="4497001" y="873760"/>
                    <a:pt x="4500707" y="889000"/>
                    <a:pt x="4498854" y="899160"/>
                  </a:cubicBezTo>
                  <a:cubicBezTo>
                    <a:pt x="4496074" y="909320"/>
                    <a:pt x="4483102" y="924560"/>
                    <a:pt x="4474762" y="925830"/>
                  </a:cubicBezTo>
                  <a:cubicBezTo>
                    <a:pt x="4467349" y="927100"/>
                    <a:pt x="4458083" y="918210"/>
                    <a:pt x="4453450" y="911860"/>
                  </a:cubicBezTo>
                  <a:cubicBezTo>
                    <a:pt x="4449743" y="905510"/>
                    <a:pt x="4447890" y="897890"/>
                    <a:pt x="4447890" y="890270"/>
                  </a:cubicBezTo>
                  <a:cubicBezTo>
                    <a:pt x="4448816" y="881380"/>
                    <a:pt x="4454376" y="867410"/>
                    <a:pt x="4459936" y="861060"/>
                  </a:cubicBezTo>
                  <a:cubicBezTo>
                    <a:pt x="4464569" y="857250"/>
                    <a:pt x="4471055" y="853440"/>
                    <a:pt x="4476615" y="855980"/>
                  </a:cubicBezTo>
                  <a:cubicBezTo>
                    <a:pt x="4484028" y="859790"/>
                    <a:pt x="4497927" y="878840"/>
                    <a:pt x="4498854" y="890270"/>
                  </a:cubicBezTo>
                  <a:cubicBezTo>
                    <a:pt x="4499780" y="900430"/>
                    <a:pt x="4493294" y="913130"/>
                    <a:pt x="4488661" y="919480"/>
                  </a:cubicBezTo>
                  <a:cubicBezTo>
                    <a:pt x="4484028" y="924560"/>
                    <a:pt x="4481248" y="924560"/>
                    <a:pt x="4471055" y="925830"/>
                  </a:cubicBezTo>
                  <a:cubicBezTo>
                    <a:pt x="4408045" y="930910"/>
                    <a:pt x="3992920" y="838200"/>
                    <a:pt x="3776092" y="815340"/>
                  </a:cubicBezTo>
                  <a:cubicBezTo>
                    <a:pt x="3586135" y="795020"/>
                    <a:pt x="3293323" y="806450"/>
                    <a:pt x="3239579" y="786130"/>
                  </a:cubicBezTo>
                  <a:cubicBezTo>
                    <a:pt x="3229386" y="782320"/>
                    <a:pt x="3226606" y="779780"/>
                    <a:pt x="3222900" y="773430"/>
                  </a:cubicBezTo>
                  <a:cubicBezTo>
                    <a:pt x="3218267" y="765810"/>
                    <a:pt x="3215487" y="749300"/>
                    <a:pt x="3216413" y="739140"/>
                  </a:cubicBezTo>
                  <a:cubicBezTo>
                    <a:pt x="3218267" y="730250"/>
                    <a:pt x="3221973" y="723900"/>
                    <a:pt x="3227533" y="717550"/>
                  </a:cubicBezTo>
                  <a:cubicBezTo>
                    <a:pt x="3235873" y="708660"/>
                    <a:pt x="3244212" y="706120"/>
                    <a:pt x="3260891" y="699770"/>
                  </a:cubicBezTo>
                  <a:cubicBezTo>
                    <a:pt x="3305369" y="680720"/>
                    <a:pt x="3422123" y="641350"/>
                    <a:pt x="3513858" y="615950"/>
                  </a:cubicBezTo>
                  <a:cubicBezTo>
                    <a:pt x="3621346" y="586740"/>
                    <a:pt x="3737173" y="561340"/>
                    <a:pt x="3868753" y="538480"/>
                  </a:cubicBezTo>
                  <a:cubicBezTo>
                    <a:pt x="4031838" y="510540"/>
                    <a:pt x="4207896" y="488950"/>
                    <a:pt x="4419165" y="467360"/>
                  </a:cubicBezTo>
                  <a:cubicBezTo>
                    <a:pt x="4705490" y="436880"/>
                    <a:pt x="5199378" y="411480"/>
                    <a:pt x="5428253" y="387350"/>
                  </a:cubicBezTo>
                  <a:cubicBezTo>
                    <a:pt x="5545934" y="374650"/>
                    <a:pt x="5622842" y="365760"/>
                    <a:pt x="5695119" y="351790"/>
                  </a:cubicBezTo>
                  <a:cubicBezTo>
                    <a:pt x="5746083" y="340360"/>
                    <a:pt x="5798900" y="304800"/>
                    <a:pt x="5823919" y="314960"/>
                  </a:cubicBezTo>
                  <a:cubicBezTo>
                    <a:pt x="5836891" y="320040"/>
                    <a:pt x="5848011" y="336550"/>
                    <a:pt x="5848938" y="349250"/>
                  </a:cubicBezTo>
                  <a:cubicBezTo>
                    <a:pt x="5848938" y="360680"/>
                    <a:pt x="5842452" y="377190"/>
                    <a:pt x="5827625" y="387350"/>
                  </a:cubicBezTo>
                  <a:cubicBezTo>
                    <a:pt x="5772028" y="421640"/>
                    <a:pt x="5554273" y="377190"/>
                    <a:pt x="5344857" y="361950"/>
                  </a:cubicBezTo>
                  <a:cubicBezTo>
                    <a:pt x="4953824" y="334010"/>
                    <a:pt x="4206043" y="255270"/>
                    <a:pt x="3663044" y="208280"/>
                  </a:cubicBezTo>
                  <a:cubicBezTo>
                    <a:pt x="3153403" y="165100"/>
                    <a:pt x="2720673" y="115570"/>
                    <a:pt x="2180454" y="92710"/>
                  </a:cubicBezTo>
                  <a:cubicBezTo>
                    <a:pt x="1529967" y="64770"/>
                    <a:pt x="151159" y="107950"/>
                    <a:pt x="27918" y="77470"/>
                  </a:cubicBezTo>
                  <a:cubicBezTo>
                    <a:pt x="16799" y="74930"/>
                    <a:pt x="14019" y="73660"/>
                    <a:pt x="9386" y="68580"/>
                  </a:cubicBezTo>
                  <a:cubicBezTo>
                    <a:pt x="4753" y="62230"/>
                    <a:pt x="120" y="53340"/>
                    <a:pt x="120" y="44450"/>
                  </a:cubicBezTo>
                  <a:cubicBezTo>
                    <a:pt x="-807" y="34290"/>
                    <a:pt x="3826" y="17780"/>
                    <a:pt x="8459" y="10160"/>
                  </a:cubicBezTo>
                  <a:cubicBezTo>
                    <a:pt x="13092" y="3810"/>
                    <a:pt x="27918" y="0"/>
                    <a:pt x="27918" y="0"/>
                  </a:cubicBezTo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0868600" y="5438190"/>
            <a:ext cx="9526442" cy="8978672"/>
          </a:xfrm>
          <a:custGeom>
            <a:avLst/>
            <a:gdLst/>
            <a:ahLst/>
            <a:cxnLst/>
            <a:rect r="r" b="b" t="t" l="l"/>
            <a:pathLst>
              <a:path h="8978672" w="9526442">
                <a:moveTo>
                  <a:pt x="0" y="0"/>
                </a:moveTo>
                <a:lnTo>
                  <a:pt x="9526442" y="0"/>
                </a:lnTo>
                <a:lnTo>
                  <a:pt x="9526442" y="8978671"/>
                </a:lnTo>
                <a:lnTo>
                  <a:pt x="0" y="8978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20787" y="6564838"/>
            <a:ext cx="3510910" cy="4302378"/>
          </a:xfrm>
          <a:custGeom>
            <a:avLst/>
            <a:gdLst/>
            <a:ahLst/>
            <a:cxnLst/>
            <a:rect r="r" b="b" t="t" l="l"/>
            <a:pathLst>
              <a:path h="4302378" w="3510910">
                <a:moveTo>
                  <a:pt x="0" y="0"/>
                </a:moveTo>
                <a:lnTo>
                  <a:pt x="3510910" y="0"/>
                </a:lnTo>
                <a:lnTo>
                  <a:pt x="3510910" y="4302379"/>
                </a:lnTo>
                <a:lnTo>
                  <a:pt x="0" y="4302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84" r="0" b="-78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9950" y="1176608"/>
            <a:ext cx="7828097" cy="250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00"/>
              </a:lnSpc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¿QUÉ QUEREMOS LOGRAR?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48275" y="4393805"/>
            <a:ext cx="14156277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Centralización y Geolocalización:</a:t>
            </a:r>
            <a:r>
              <a:rPr lang="en-US" sz="27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RB Alertas transformara la denuncia comunitaria en una red participativa verificable, permitiendo a los usuarios reportar incidentes con coordenadas GPS en tiempo real.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9950" y="6202255"/>
            <a:ext cx="14204601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Mapeo Dinámico: </a:t>
            </a:r>
            <a:r>
              <a:rPr lang="en-US" sz="27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Visualización gráfica de alertas en un mapa interactivo con categorización previa por tipo de incidente (seguridad, vial, emergencias médicas, infraestructura).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99950" y="8007561"/>
            <a:ext cx="14275228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Interconexión Directa: </a:t>
            </a:r>
            <a:r>
              <a:rPr lang="en-US" sz="27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Integración de accesos rápidos a centrales institucionales (Carabineros, Bomberos, SAMU, Seguridad Ciudadana).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1421909" y="-5044677"/>
            <a:ext cx="18426812" cy="17367271"/>
          </a:xfrm>
          <a:custGeom>
            <a:avLst/>
            <a:gdLst/>
            <a:ahLst/>
            <a:cxnLst/>
            <a:rect r="r" b="b" t="t" l="l"/>
            <a:pathLst>
              <a:path h="17367271" w="18426812">
                <a:moveTo>
                  <a:pt x="0" y="0"/>
                </a:moveTo>
                <a:lnTo>
                  <a:pt x="18426813" y="0"/>
                </a:lnTo>
                <a:lnTo>
                  <a:pt x="18426813" y="17367270"/>
                </a:lnTo>
                <a:lnTo>
                  <a:pt x="0" y="1736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65456">
            <a:off x="-4310877" y="255603"/>
            <a:ext cx="11751899" cy="8922650"/>
          </a:xfrm>
          <a:custGeom>
            <a:avLst/>
            <a:gdLst/>
            <a:ahLst/>
            <a:cxnLst/>
            <a:rect r="r" b="b" t="t" l="l"/>
            <a:pathLst>
              <a:path h="8922650" w="11751899">
                <a:moveTo>
                  <a:pt x="0" y="0"/>
                </a:moveTo>
                <a:lnTo>
                  <a:pt x="11751899" y="0"/>
                </a:lnTo>
                <a:lnTo>
                  <a:pt x="11751899" y="8922650"/>
                </a:lnTo>
                <a:lnTo>
                  <a:pt x="0" y="892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16" t="-66582" r="-4092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755521" y="-277534"/>
            <a:ext cx="1269871" cy="10883677"/>
            <a:chOff x="0" y="0"/>
            <a:chExt cx="334452" cy="28664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4452" cy="2866483"/>
            </a:xfrm>
            <a:custGeom>
              <a:avLst/>
              <a:gdLst/>
              <a:ahLst/>
              <a:cxnLst/>
              <a:rect r="r" b="b" t="t" l="l"/>
              <a:pathLst>
                <a:path h="2866483" w="334452">
                  <a:moveTo>
                    <a:pt x="0" y="0"/>
                  </a:moveTo>
                  <a:lnTo>
                    <a:pt x="334452" y="0"/>
                  </a:lnTo>
                  <a:lnTo>
                    <a:pt x="334452" y="2866483"/>
                  </a:lnTo>
                  <a:lnTo>
                    <a:pt x="0" y="2866483"/>
                  </a:lnTo>
                  <a:close/>
                </a:path>
              </a:pathLst>
            </a:custGeom>
            <a:solidFill>
              <a:srgbClr val="3D68B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34452" cy="2923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48275" y="1209746"/>
            <a:ext cx="8136149" cy="250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¿QUÉ NOS DIFERENCIA?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993861" y="1992048"/>
            <a:ext cx="8783187" cy="7051943"/>
            <a:chOff x="0" y="0"/>
            <a:chExt cx="7467600" cy="5995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-9337" r="0" b="-9337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2248275" y="3309167"/>
            <a:ext cx="4835614" cy="817658"/>
          </a:xfrm>
          <a:custGeom>
            <a:avLst/>
            <a:gdLst/>
            <a:ahLst/>
            <a:cxnLst/>
            <a:rect r="r" b="b" t="t" l="l"/>
            <a:pathLst>
              <a:path h="817658" w="4835614">
                <a:moveTo>
                  <a:pt x="0" y="0"/>
                </a:moveTo>
                <a:lnTo>
                  <a:pt x="4835614" y="0"/>
                </a:lnTo>
                <a:lnTo>
                  <a:pt x="4835614" y="817659"/>
                </a:lnTo>
                <a:lnTo>
                  <a:pt x="0" y="8176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4350" y="7039048"/>
            <a:ext cx="2612938" cy="3268076"/>
          </a:xfrm>
          <a:custGeom>
            <a:avLst/>
            <a:gdLst/>
            <a:ahLst/>
            <a:cxnLst/>
            <a:rect r="r" b="b" t="t" l="l"/>
            <a:pathLst>
              <a:path h="3268076" w="2612938">
                <a:moveTo>
                  <a:pt x="0" y="0"/>
                </a:moveTo>
                <a:lnTo>
                  <a:pt x="2612938" y="0"/>
                </a:lnTo>
                <a:lnTo>
                  <a:pt x="2612938" y="3268076"/>
                </a:lnTo>
                <a:lnTo>
                  <a:pt x="0" y="32680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173" r="0" b="-217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48275" y="4304737"/>
            <a:ext cx="6895725" cy="27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La app RB Alertas a comparación a otras apps del mismo estilo, es que nuestra misión es enfocarnos en ser totalmente gratuita para el usuario, sin limitaciones (ej. Cantidad de visualizaciones de reportes) y sin planes de pago premium para obtener beneficios.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7384" y="3474951"/>
            <a:ext cx="4806094" cy="4320417"/>
            <a:chOff x="0" y="0"/>
            <a:chExt cx="1609324" cy="14466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9324" cy="1446695"/>
            </a:xfrm>
            <a:custGeom>
              <a:avLst/>
              <a:gdLst/>
              <a:ahLst/>
              <a:cxnLst/>
              <a:rect r="r" b="b" t="t" l="l"/>
              <a:pathLst>
                <a:path h="1446695" w="1609324">
                  <a:moveTo>
                    <a:pt x="48326" y="0"/>
                  </a:moveTo>
                  <a:lnTo>
                    <a:pt x="1560998" y="0"/>
                  </a:lnTo>
                  <a:cubicBezTo>
                    <a:pt x="1573815" y="0"/>
                    <a:pt x="1586107" y="5091"/>
                    <a:pt x="1595170" y="14154"/>
                  </a:cubicBezTo>
                  <a:cubicBezTo>
                    <a:pt x="1604232" y="23217"/>
                    <a:pt x="1609324" y="35509"/>
                    <a:pt x="1609324" y="48326"/>
                  </a:cubicBezTo>
                  <a:lnTo>
                    <a:pt x="1609324" y="1398369"/>
                  </a:lnTo>
                  <a:cubicBezTo>
                    <a:pt x="1609324" y="1411186"/>
                    <a:pt x="1604232" y="1423478"/>
                    <a:pt x="1595170" y="1432541"/>
                  </a:cubicBezTo>
                  <a:cubicBezTo>
                    <a:pt x="1586107" y="1441603"/>
                    <a:pt x="1573815" y="1446695"/>
                    <a:pt x="1560998" y="1446695"/>
                  </a:cubicBezTo>
                  <a:lnTo>
                    <a:pt x="48326" y="1446695"/>
                  </a:lnTo>
                  <a:cubicBezTo>
                    <a:pt x="21636" y="1446695"/>
                    <a:pt x="0" y="1425059"/>
                    <a:pt x="0" y="1398369"/>
                  </a:cubicBezTo>
                  <a:lnTo>
                    <a:pt x="0" y="48326"/>
                  </a:lnTo>
                  <a:cubicBezTo>
                    <a:pt x="0" y="35509"/>
                    <a:pt x="5091" y="23217"/>
                    <a:pt x="14154" y="14154"/>
                  </a:cubicBezTo>
                  <a:cubicBezTo>
                    <a:pt x="23217" y="5091"/>
                    <a:pt x="35509" y="0"/>
                    <a:pt x="483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609324" cy="147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53206" y="3474951"/>
            <a:ext cx="4806094" cy="4320417"/>
            <a:chOff x="0" y="0"/>
            <a:chExt cx="1609324" cy="14466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9324" cy="1446695"/>
            </a:xfrm>
            <a:custGeom>
              <a:avLst/>
              <a:gdLst/>
              <a:ahLst/>
              <a:cxnLst/>
              <a:rect r="r" b="b" t="t" l="l"/>
              <a:pathLst>
                <a:path h="1446695" w="1609324">
                  <a:moveTo>
                    <a:pt x="48326" y="0"/>
                  </a:moveTo>
                  <a:lnTo>
                    <a:pt x="1560998" y="0"/>
                  </a:lnTo>
                  <a:cubicBezTo>
                    <a:pt x="1573815" y="0"/>
                    <a:pt x="1586107" y="5091"/>
                    <a:pt x="1595170" y="14154"/>
                  </a:cubicBezTo>
                  <a:cubicBezTo>
                    <a:pt x="1604232" y="23217"/>
                    <a:pt x="1609324" y="35509"/>
                    <a:pt x="1609324" y="48326"/>
                  </a:cubicBezTo>
                  <a:lnTo>
                    <a:pt x="1609324" y="1398369"/>
                  </a:lnTo>
                  <a:cubicBezTo>
                    <a:pt x="1609324" y="1411186"/>
                    <a:pt x="1604232" y="1423478"/>
                    <a:pt x="1595170" y="1432541"/>
                  </a:cubicBezTo>
                  <a:cubicBezTo>
                    <a:pt x="1586107" y="1441603"/>
                    <a:pt x="1573815" y="1446695"/>
                    <a:pt x="1560998" y="1446695"/>
                  </a:cubicBezTo>
                  <a:lnTo>
                    <a:pt x="48326" y="1446695"/>
                  </a:lnTo>
                  <a:cubicBezTo>
                    <a:pt x="21636" y="1446695"/>
                    <a:pt x="0" y="1425059"/>
                    <a:pt x="0" y="1398369"/>
                  </a:cubicBezTo>
                  <a:lnTo>
                    <a:pt x="0" y="48326"/>
                  </a:lnTo>
                  <a:cubicBezTo>
                    <a:pt x="0" y="35509"/>
                    <a:pt x="5091" y="23217"/>
                    <a:pt x="14154" y="14154"/>
                  </a:cubicBezTo>
                  <a:cubicBezTo>
                    <a:pt x="23217" y="5091"/>
                    <a:pt x="35509" y="0"/>
                    <a:pt x="483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09324" cy="147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97351" y="3474951"/>
            <a:ext cx="4806094" cy="4320417"/>
            <a:chOff x="0" y="0"/>
            <a:chExt cx="1609324" cy="14466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9324" cy="1446695"/>
            </a:xfrm>
            <a:custGeom>
              <a:avLst/>
              <a:gdLst/>
              <a:ahLst/>
              <a:cxnLst/>
              <a:rect r="r" b="b" t="t" l="l"/>
              <a:pathLst>
                <a:path h="1446695" w="1609324">
                  <a:moveTo>
                    <a:pt x="48326" y="0"/>
                  </a:moveTo>
                  <a:lnTo>
                    <a:pt x="1560998" y="0"/>
                  </a:lnTo>
                  <a:cubicBezTo>
                    <a:pt x="1573815" y="0"/>
                    <a:pt x="1586107" y="5091"/>
                    <a:pt x="1595170" y="14154"/>
                  </a:cubicBezTo>
                  <a:cubicBezTo>
                    <a:pt x="1604232" y="23217"/>
                    <a:pt x="1609324" y="35509"/>
                    <a:pt x="1609324" y="48326"/>
                  </a:cubicBezTo>
                  <a:lnTo>
                    <a:pt x="1609324" y="1398369"/>
                  </a:lnTo>
                  <a:cubicBezTo>
                    <a:pt x="1609324" y="1411186"/>
                    <a:pt x="1604232" y="1423478"/>
                    <a:pt x="1595170" y="1432541"/>
                  </a:cubicBezTo>
                  <a:cubicBezTo>
                    <a:pt x="1586107" y="1441603"/>
                    <a:pt x="1573815" y="1446695"/>
                    <a:pt x="1560998" y="1446695"/>
                  </a:cubicBezTo>
                  <a:lnTo>
                    <a:pt x="48326" y="1446695"/>
                  </a:lnTo>
                  <a:cubicBezTo>
                    <a:pt x="21636" y="1446695"/>
                    <a:pt x="0" y="1425059"/>
                    <a:pt x="0" y="1398369"/>
                  </a:cubicBezTo>
                  <a:lnTo>
                    <a:pt x="0" y="48326"/>
                  </a:lnTo>
                  <a:cubicBezTo>
                    <a:pt x="0" y="35509"/>
                    <a:pt x="5091" y="23217"/>
                    <a:pt x="14154" y="14154"/>
                  </a:cubicBezTo>
                  <a:cubicBezTo>
                    <a:pt x="23217" y="5091"/>
                    <a:pt x="35509" y="0"/>
                    <a:pt x="483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9324" cy="147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37327" y="3716396"/>
            <a:ext cx="922030" cy="921390"/>
            <a:chOff x="0" y="0"/>
            <a:chExt cx="830846" cy="8302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0846" cy="830270"/>
            </a:xfrm>
            <a:custGeom>
              <a:avLst/>
              <a:gdLst/>
              <a:ahLst/>
              <a:cxnLst/>
              <a:rect r="r" b="b" t="t" l="l"/>
              <a:pathLst>
                <a:path h="830270" w="830846">
                  <a:moveTo>
                    <a:pt x="415423" y="0"/>
                  </a:moveTo>
                  <a:cubicBezTo>
                    <a:pt x="185991" y="0"/>
                    <a:pt x="0" y="185862"/>
                    <a:pt x="0" y="415135"/>
                  </a:cubicBezTo>
                  <a:cubicBezTo>
                    <a:pt x="0" y="644407"/>
                    <a:pt x="185991" y="830270"/>
                    <a:pt x="415423" y="830270"/>
                  </a:cubicBezTo>
                  <a:cubicBezTo>
                    <a:pt x="644855" y="830270"/>
                    <a:pt x="830846" y="644407"/>
                    <a:pt x="830846" y="415135"/>
                  </a:cubicBezTo>
                  <a:cubicBezTo>
                    <a:pt x="830846" y="185862"/>
                    <a:pt x="644855" y="0"/>
                    <a:pt x="415423" y="0"/>
                  </a:cubicBezTo>
                  <a:close/>
                </a:path>
              </a:pathLst>
            </a:custGeom>
            <a:solidFill>
              <a:srgbClr val="D6321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7892" y="144513"/>
              <a:ext cx="675063" cy="607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  <a:r>
                <a:rPr lang="en-US" sz="289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50227" y="3716470"/>
            <a:ext cx="922030" cy="921316"/>
            <a:chOff x="0" y="0"/>
            <a:chExt cx="830846" cy="8302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0846" cy="830203"/>
            </a:xfrm>
            <a:custGeom>
              <a:avLst/>
              <a:gdLst/>
              <a:ahLst/>
              <a:cxnLst/>
              <a:rect r="r" b="b" t="t" l="l"/>
              <a:pathLst>
                <a:path h="830203" w="830846">
                  <a:moveTo>
                    <a:pt x="415423" y="0"/>
                  </a:moveTo>
                  <a:cubicBezTo>
                    <a:pt x="185991" y="0"/>
                    <a:pt x="0" y="185847"/>
                    <a:pt x="0" y="415102"/>
                  </a:cubicBezTo>
                  <a:cubicBezTo>
                    <a:pt x="0" y="644356"/>
                    <a:pt x="185991" y="830203"/>
                    <a:pt x="415423" y="830203"/>
                  </a:cubicBezTo>
                  <a:cubicBezTo>
                    <a:pt x="644855" y="830203"/>
                    <a:pt x="830846" y="644356"/>
                    <a:pt x="830846" y="415102"/>
                  </a:cubicBezTo>
                  <a:cubicBezTo>
                    <a:pt x="830846" y="185847"/>
                    <a:pt x="644855" y="0"/>
                    <a:pt x="415423" y="0"/>
                  </a:cubicBezTo>
                  <a:close/>
                </a:path>
              </a:pathLst>
            </a:custGeom>
            <a:solidFill>
              <a:srgbClr val="3D68B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7892" y="144507"/>
              <a:ext cx="675063" cy="60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  <a:r>
                <a:rPr lang="en-US" b="true" sz="28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366240" y="3725827"/>
            <a:ext cx="922030" cy="921390"/>
            <a:chOff x="0" y="0"/>
            <a:chExt cx="830846" cy="8302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0846" cy="830270"/>
            </a:xfrm>
            <a:custGeom>
              <a:avLst/>
              <a:gdLst/>
              <a:ahLst/>
              <a:cxnLst/>
              <a:rect r="r" b="b" t="t" l="l"/>
              <a:pathLst>
                <a:path h="830270" w="830846">
                  <a:moveTo>
                    <a:pt x="415423" y="0"/>
                  </a:moveTo>
                  <a:cubicBezTo>
                    <a:pt x="185991" y="0"/>
                    <a:pt x="0" y="185862"/>
                    <a:pt x="0" y="415135"/>
                  </a:cubicBezTo>
                  <a:cubicBezTo>
                    <a:pt x="0" y="644407"/>
                    <a:pt x="185991" y="830270"/>
                    <a:pt x="415423" y="830270"/>
                  </a:cubicBezTo>
                  <a:cubicBezTo>
                    <a:pt x="644855" y="830270"/>
                    <a:pt x="830846" y="644407"/>
                    <a:pt x="830846" y="415135"/>
                  </a:cubicBezTo>
                  <a:cubicBezTo>
                    <a:pt x="830846" y="185862"/>
                    <a:pt x="644855" y="0"/>
                    <a:pt x="415423" y="0"/>
                  </a:cubicBezTo>
                  <a:close/>
                </a:path>
              </a:pathLst>
            </a:custGeom>
            <a:solidFill>
              <a:srgbClr val="3D68B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7892" y="144513"/>
              <a:ext cx="675063" cy="607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  <a:r>
                <a:rPr lang="en-US" b="true" sz="28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373746" y="800100"/>
            <a:ext cx="14722552" cy="134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COBERTURA E IMPACTO COMUNITARIO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1554" y="4710991"/>
            <a:ext cx="3977755" cy="264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8"/>
              </a:lnSpc>
            </a:pPr>
            <a:r>
              <a:rPr lang="en-US" b="true" sz="19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C</a:t>
            </a:r>
            <a:r>
              <a:rPr lang="en-US" b="true" sz="19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iudadanos de Puerto Montt:</a:t>
            </a:r>
            <a:r>
              <a:rPr lang="en-US" sz="198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Usuarios de dispositivos móviles que reciben alertas tempranas según su posición geográfica para tomar decisiones informadas de desplazamiento y resguardo.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67376" y="4710991"/>
            <a:ext cx="3977755" cy="226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8"/>
              </a:lnSpc>
              <a:spcBef>
                <a:spcPct val="0"/>
              </a:spcBef>
            </a:pPr>
            <a:r>
              <a:rPr lang="en-US" b="true" sz="1986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Entidades d</a:t>
            </a:r>
            <a:r>
              <a:rPr lang="en-US" b="true" sz="1986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 Emergencia y Muncipio:</a:t>
            </a:r>
            <a:r>
              <a:rPr lang="en-US" sz="1986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  <a:p>
            <a:pPr algn="ctr" marL="0" indent="0" lvl="0">
              <a:lnSpc>
                <a:spcPts val="3078"/>
              </a:lnSpc>
              <a:spcBef>
                <a:spcPct val="0"/>
              </a:spcBef>
            </a:pPr>
            <a:r>
              <a:rPr lang="en-US" sz="1986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Acceso a datos estructurados sobre zonas con mayor tasa de incitación o incidentes urbanos recurrentes.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85179" y="4701466"/>
            <a:ext cx="4030438" cy="191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01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Juntas d</a:t>
            </a:r>
            <a:r>
              <a:rPr lang="en-US" b="true" sz="2012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 Vecinos y Comunidad Organizada: </a:t>
            </a:r>
          </a:p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sz="2012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</a:t>
            </a:r>
            <a:r>
              <a:rPr lang="en-US" sz="2012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ortalecimiento de la cohesión social mediante reportes colaborativos validados.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948364" y="8373672"/>
            <a:ext cx="4504069" cy="2679786"/>
          </a:xfrm>
          <a:custGeom>
            <a:avLst/>
            <a:gdLst/>
            <a:ahLst/>
            <a:cxnLst/>
            <a:rect r="r" b="b" t="t" l="l"/>
            <a:pathLst>
              <a:path h="2679786" w="4504069">
                <a:moveTo>
                  <a:pt x="0" y="0"/>
                </a:moveTo>
                <a:lnTo>
                  <a:pt x="4504069" y="0"/>
                </a:lnTo>
                <a:lnTo>
                  <a:pt x="4504069" y="2679786"/>
                </a:lnTo>
                <a:lnTo>
                  <a:pt x="0" y="267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48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48364" y="8373672"/>
            <a:ext cx="4504069" cy="2679786"/>
          </a:xfrm>
          <a:custGeom>
            <a:avLst/>
            <a:gdLst/>
            <a:ahLst/>
            <a:cxnLst/>
            <a:rect r="r" b="b" t="t" l="l"/>
            <a:pathLst>
              <a:path h="2679786" w="4504069">
                <a:moveTo>
                  <a:pt x="0" y="0"/>
                </a:moveTo>
                <a:lnTo>
                  <a:pt x="4504069" y="0"/>
                </a:lnTo>
                <a:lnTo>
                  <a:pt x="4504069" y="2679786"/>
                </a:lnTo>
                <a:lnTo>
                  <a:pt x="0" y="267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24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438" y="2491289"/>
            <a:ext cx="5477640" cy="1563398"/>
          </a:xfrm>
          <a:custGeom>
            <a:avLst/>
            <a:gdLst/>
            <a:ahLst/>
            <a:cxnLst/>
            <a:rect r="r" b="b" t="t" l="l"/>
            <a:pathLst>
              <a:path h="1563398" w="5477640">
                <a:moveTo>
                  <a:pt x="0" y="0"/>
                </a:moveTo>
                <a:lnTo>
                  <a:pt x="5477640" y="0"/>
                </a:lnTo>
                <a:lnTo>
                  <a:pt x="5477640" y="1563398"/>
                </a:lnTo>
                <a:lnTo>
                  <a:pt x="0" y="1563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1040" y="5473436"/>
            <a:ext cx="4812437" cy="2062473"/>
          </a:xfrm>
          <a:custGeom>
            <a:avLst/>
            <a:gdLst/>
            <a:ahLst/>
            <a:cxnLst/>
            <a:rect r="r" b="b" t="t" l="l"/>
            <a:pathLst>
              <a:path h="2062473" w="4812437">
                <a:moveTo>
                  <a:pt x="0" y="0"/>
                </a:moveTo>
                <a:lnTo>
                  <a:pt x="4812437" y="0"/>
                </a:lnTo>
                <a:lnTo>
                  <a:pt x="4812437" y="2062473"/>
                </a:lnTo>
                <a:lnTo>
                  <a:pt x="0" y="2062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83012" y="2079089"/>
            <a:ext cx="2368024" cy="2136484"/>
          </a:xfrm>
          <a:custGeom>
            <a:avLst/>
            <a:gdLst/>
            <a:ahLst/>
            <a:cxnLst/>
            <a:rect r="r" b="b" t="t" l="l"/>
            <a:pathLst>
              <a:path h="2136484" w="2368024">
                <a:moveTo>
                  <a:pt x="0" y="0"/>
                </a:moveTo>
                <a:lnTo>
                  <a:pt x="2368024" y="0"/>
                </a:lnTo>
                <a:lnTo>
                  <a:pt x="2368024" y="2136484"/>
                </a:lnTo>
                <a:lnTo>
                  <a:pt x="0" y="2136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35776" y="5419671"/>
            <a:ext cx="4632137" cy="2316068"/>
          </a:xfrm>
          <a:custGeom>
            <a:avLst/>
            <a:gdLst/>
            <a:ahLst/>
            <a:cxnLst/>
            <a:rect r="r" b="b" t="t" l="l"/>
            <a:pathLst>
              <a:path h="2316068" w="4632137">
                <a:moveTo>
                  <a:pt x="0" y="0"/>
                </a:moveTo>
                <a:lnTo>
                  <a:pt x="4632137" y="0"/>
                </a:lnTo>
                <a:lnTo>
                  <a:pt x="4632137" y="2316068"/>
                </a:lnTo>
                <a:lnTo>
                  <a:pt x="0" y="23160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04396" y="2327209"/>
            <a:ext cx="3783115" cy="1891557"/>
          </a:xfrm>
          <a:custGeom>
            <a:avLst/>
            <a:gdLst/>
            <a:ahLst/>
            <a:cxnLst/>
            <a:rect r="r" b="b" t="t" l="l"/>
            <a:pathLst>
              <a:path h="1891557" w="3783115">
                <a:moveTo>
                  <a:pt x="0" y="0"/>
                </a:moveTo>
                <a:lnTo>
                  <a:pt x="3783114" y="0"/>
                </a:lnTo>
                <a:lnTo>
                  <a:pt x="3783114" y="1891558"/>
                </a:lnTo>
                <a:lnTo>
                  <a:pt x="0" y="18915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10858" y="5437592"/>
            <a:ext cx="4665326" cy="2441532"/>
          </a:xfrm>
          <a:custGeom>
            <a:avLst/>
            <a:gdLst/>
            <a:ahLst/>
            <a:cxnLst/>
            <a:rect r="r" b="b" t="t" l="l"/>
            <a:pathLst>
              <a:path h="2441532" w="4665326">
                <a:moveTo>
                  <a:pt x="0" y="0"/>
                </a:moveTo>
                <a:lnTo>
                  <a:pt x="4665326" y="0"/>
                </a:lnTo>
                <a:lnTo>
                  <a:pt x="4665326" y="2441532"/>
                </a:lnTo>
                <a:lnTo>
                  <a:pt x="0" y="24415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554" r="0" b="-355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26229" y="2168707"/>
            <a:ext cx="4178161" cy="2122240"/>
          </a:xfrm>
          <a:custGeom>
            <a:avLst/>
            <a:gdLst/>
            <a:ahLst/>
            <a:cxnLst/>
            <a:rect r="r" b="b" t="t" l="l"/>
            <a:pathLst>
              <a:path h="2122240" w="4178161">
                <a:moveTo>
                  <a:pt x="0" y="0"/>
                </a:moveTo>
                <a:lnTo>
                  <a:pt x="4178161" y="0"/>
                </a:lnTo>
                <a:lnTo>
                  <a:pt x="4178161" y="2122241"/>
                </a:lnTo>
                <a:lnTo>
                  <a:pt x="0" y="212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38987" y="296473"/>
            <a:ext cx="14722552" cy="134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TECNOLOGÍAS A USAR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57849" y="4239835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057849" y="4617660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5521" y="-277534"/>
            <a:ext cx="19645221" cy="731697"/>
            <a:chOff x="0" y="0"/>
            <a:chExt cx="5174050" cy="192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4050" cy="192710"/>
            </a:xfrm>
            <a:custGeom>
              <a:avLst/>
              <a:gdLst/>
              <a:ahLst/>
              <a:cxnLst/>
              <a:rect r="r" b="b" t="t" l="l"/>
              <a:pathLst>
                <a:path h="192710" w="5174050">
                  <a:moveTo>
                    <a:pt x="0" y="0"/>
                  </a:moveTo>
                  <a:lnTo>
                    <a:pt x="5174050" y="0"/>
                  </a:lnTo>
                  <a:lnTo>
                    <a:pt x="5174050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74050" cy="24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14323" y="1571539"/>
            <a:ext cx="14282575" cy="134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 ANÁLISIS DE</a:t>
            </a:r>
            <a:r>
              <a:rPr lang="en-US" sz="8000" spc="240" strike="noStrike" u="none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 RIESGOS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253445">
            <a:off x="5752519" y="3685506"/>
            <a:ext cx="8184981" cy="14816805"/>
          </a:xfrm>
          <a:custGeom>
            <a:avLst/>
            <a:gdLst/>
            <a:ahLst/>
            <a:cxnLst/>
            <a:rect r="r" b="b" t="t" l="l"/>
            <a:pathLst>
              <a:path h="14816805" w="8184981">
                <a:moveTo>
                  <a:pt x="0" y="0"/>
                </a:moveTo>
                <a:lnTo>
                  <a:pt x="8184981" y="0"/>
                </a:lnTo>
                <a:lnTo>
                  <a:pt x="8184981" y="14816805"/>
                </a:lnTo>
                <a:lnTo>
                  <a:pt x="0" y="14816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068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9158" y="4165515"/>
            <a:ext cx="13942542" cy="3304939"/>
            <a:chOff x="0" y="0"/>
            <a:chExt cx="18590056" cy="440658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170238" cy="4406585"/>
              <a:chOff x="0" y="0"/>
              <a:chExt cx="624410" cy="65979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24410" cy="659798"/>
              </a:xfrm>
              <a:custGeom>
                <a:avLst/>
                <a:gdLst/>
                <a:ahLst/>
                <a:cxnLst/>
                <a:rect r="r" b="b" t="t" l="l"/>
                <a:pathLst>
                  <a:path h="659798" w="624410">
                    <a:moveTo>
                      <a:pt x="85595" y="0"/>
                    </a:moveTo>
                    <a:lnTo>
                      <a:pt x="538815" y="0"/>
                    </a:lnTo>
                    <a:cubicBezTo>
                      <a:pt x="586088" y="0"/>
                      <a:pt x="624410" y="38322"/>
                      <a:pt x="624410" y="85595"/>
                    </a:cubicBezTo>
                    <a:lnTo>
                      <a:pt x="624410" y="574203"/>
                    </a:lnTo>
                    <a:cubicBezTo>
                      <a:pt x="624410" y="621476"/>
                      <a:pt x="586088" y="659798"/>
                      <a:pt x="538815" y="659798"/>
                    </a:cubicBezTo>
                    <a:lnTo>
                      <a:pt x="85595" y="659798"/>
                    </a:lnTo>
                    <a:cubicBezTo>
                      <a:pt x="38322" y="659798"/>
                      <a:pt x="0" y="621476"/>
                      <a:pt x="0" y="574203"/>
                    </a:cubicBezTo>
                    <a:lnTo>
                      <a:pt x="0" y="85595"/>
                    </a:lnTo>
                    <a:cubicBezTo>
                      <a:pt x="0" y="38322"/>
                      <a:pt x="38322" y="0"/>
                      <a:pt x="85595" y="0"/>
                    </a:cubicBezTo>
                    <a:close/>
                  </a:path>
                </a:pathLst>
              </a:custGeom>
              <a:solidFill>
                <a:srgbClr val="D6321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624410" cy="688373"/>
              </a:xfrm>
              <a:prstGeom prst="rect">
                <a:avLst/>
              </a:prstGeom>
            </p:spPr>
            <p:txBody>
              <a:bodyPr anchor="ctr" rtlCol="false" tIns="42161" lIns="42161" bIns="42161" rIns="42161"/>
              <a:lstStyle/>
              <a:p>
                <a:pPr algn="ctr" marL="0" indent="0" lvl="0">
                  <a:lnSpc>
                    <a:spcPts val="259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4806606" y="0"/>
              <a:ext cx="4170238" cy="4406585"/>
              <a:chOff x="0" y="0"/>
              <a:chExt cx="624410" cy="65979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24410" cy="659798"/>
              </a:xfrm>
              <a:custGeom>
                <a:avLst/>
                <a:gdLst/>
                <a:ahLst/>
                <a:cxnLst/>
                <a:rect r="r" b="b" t="t" l="l"/>
                <a:pathLst>
                  <a:path h="659798" w="624410">
                    <a:moveTo>
                      <a:pt x="85595" y="0"/>
                    </a:moveTo>
                    <a:lnTo>
                      <a:pt x="538815" y="0"/>
                    </a:lnTo>
                    <a:cubicBezTo>
                      <a:pt x="586088" y="0"/>
                      <a:pt x="624410" y="38322"/>
                      <a:pt x="624410" y="85595"/>
                    </a:cubicBezTo>
                    <a:lnTo>
                      <a:pt x="624410" y="574203"/>
                    </a:lnTo>
                    <a:cubicBezTo>
                      <a:pt x="624410" y="621476"/>
                      <a:pt x="586088" y="659798"/>
                      <a:pt x="538815" y="659798"/>
                    </a:cubicBezTo>
                    <a:lnTo>
                      <a:pt x="85595" y="659798"/>
                    </a:lnTo>
                    <a:cubicBezTo>
                      <a:pt x="38322" y="659798"/>
                      <a:pt x="0" y="621476"/>
                      <a:pt x="0" y="574203"/>
                    </a:cubicBezTo>
                    <a:lnTo>
                      <a:pt x="0" y="85595"/>
                    </a:lnTo>
                    <a:cubicBezTo>
                      <a:pt x="0" y="38322"/>
                      <a:pt x="38322" y="0"/>
                      <a:pt x="85595" y="0"/>
                    </a:cubicBezTo>
                    <a:close/>
                  </a:path>
                </a:pathLst>
              </a:custGeom>
              <a:solidFill>
                <a:srgbClr val="3D68B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624410" cy="688373"/>
              </a:xfrm>
              <a:prstGeom prst="rect">
                <a:avLst/>
              </a:prstGeom>
            </p:spPr>
            <p:txBody>
              <a:bodyPr anchor="ctr" rtlCol="false" tIns="42161" lIns="42161" bIns="42161" rIns="42161"/>
              <a:lstStyle/>
              <a:p>
                <a:pPr algn="ctr" marL="0" indent="0" lvl="0">
                  <a:lnSpc>
                    <a:spcPts val="259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9613212" y="0"/>
              <a:ext cx="4170238" cy="4406585"/>
              <a:chOff x="0" y="0"/>
              <a:chExt cx="624410" cy="65979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24410" cy="659798"/>
              </a:xfrm>
              <a:custGeom>
                <a:avLst/>
                <a:gdLst/>
                <a:ahLst/>
                <a:cxnLst/>
                <a:rect r="r" b="b" t="t" l="l"/>
                <a:pathLst>
                  <a:path h="659798" w="624410">
                    <a:moveTo>
                      <a:pt x="85595" y="0"/>
                    </a:moveTo>
                    <a:lnTo>
                      <a:pt x="538815" y="0"/>
                    </a:lnTo>
                    <a:cubicBezTo>
                      <a:pt x="586088" y="0"/>
                      <a:pt x="624410" y="38322"/>
                      <a:pt x="624410" y="85595"/>
                    </a:cubicBezTo>
                    <a:lnTo>
                      <a:pt x="624410" y="574203"/>
                    </a:lnTo>
                    <a:cubicBezTo>
                      <a:pt x="624410" y="621476"/>
                      <a:pt x="586088" y="659798"/>
                      <a:pt x="538815" y="659798"/>
                    </a:cubicBezTo>
                    <a:lnTo>
                      <a:pt x="85595" y="659798"/>
                    </a:lnTo>
                    <a:cubicBezTo>
                      <a:pt x="38322" y="659798"/>
                      <a:pt x="0" y="621476"/>
                      <a:pt x="0" y="574203"/>
                    </a:cubicBezTo>
                    <a:lnTo>
                      <a:pt x="0" y="85595"/>
                    </a:lnTo>
                    <a:cubicBezTo>
                      <a:pt x="0" y="38322"/>
                      <a:pt x="38322" y="0"/>
                      <a:pt x="85595" y="0"/>
                    </a:cubicBezTo>
                    <a:close/>
                  </a:path>
                </a:pathLst>
              </a:custGeom>
              <a:solidFill>
                <a:srgbClr val="D6321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624410" cy="688373"/>
              </a:xfrm>
              <a:prstGeom prst="rect">
                <a:avLst/>
              </a:prstGeom>
            </p:spPr>
            <p:txBody>
              <a:bodyPr anchor="ctr" rtlCol="false" tIns="42161" lIns="42161" bIns="42161" rIns="42161"/>
              <a:lstStyle/>
              <a:p>
                <a:pPr algn="ctr" marL="0" indent="0" lvl="0">
                  <a:lnSpc>
                    <a:spcPts val="259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4419818" y="0"/>
              <a:ext cx="4170238" cy="4406585"/>
              <a:chOff x="0" y="0"/>
              <a:chExt cx="624410" cy="65979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24410" cy="659798"/>
              </a:xfrm>
              <a:custGeom>
                <a:avLst/>
                <a:gdLst/>
                <a:ahLst/>
                <a:cxnLst/>
                <a:rect r="r" b="b" t="t" l="l"/>
                <a:pathLst>
                  <a:path h="659798" w="624410">
                    <a:moveTo>
                      <a:pt x="85595" y="0"/>
                    </a:moveTo>
                    <a:lnTo>
                      <a:pt x="538815" y="0"/>
                    </a:lnTo>
                    <a:cubicBezTo>
                      <a:pt x="586088" y="0"/>
                      <a:pt x="624410" y="38322"/>
                      <a:pt x="624410" y="85595"/>
                    </a:cubicBezTo>
                    <a:lnTo>
                      <a:pt x="624410" y="574203"/>
                    </a:lnTo>
                    <a:cubicBezTo>
                      <a:pt x="624410" y="621476"/>
                      <a:pt x="586088" y="659798"/>
                      <a:pt x="538815" y="659798"/>
                    </a:cubicBezTo>
                    <a:lnTo>
                      <a:pt x="85595" y="659798"/>
                    </a:lnTo>
                    <a:cubicBezTo>
                      <a:pt x="38322" y="659798"/>
                      <a:pt x="0" y="621476"/>
                      <a:pt x="0" y="574203"/>
                    </a:cubicBezTo>
                    <a:lnTo>
                      <a:pt x="0" y="85595"/>
                    </a:lnTo>
                    <a:cubicBezTo>
                      <a:pt x="0" y="38322"/>
                      <a:pt x="38322" y="0"/>
                      <a:pt x="85595" y="0"/>
                    </a:cubicBezTo>
                    <a:close/>
                  </a:path>
                </a:pathLst>
              </a:custGeom>
              <a:solidFill>
                <a:srgbClr val="3D68B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24410" cy="688373"/>
              </a:xfrm>
              <a:prstGeom prst="rect">
                <a:avLst/>
              </a:prstGeom>
            </p:spPr>
            <p:txBody>
              <a:bodyPr anchor="ctr" rtlCol="false" tIns="42161" lIns="42161" bIns="42161" rIns="42161"/>
              <a:lstStyle/>
              <a:p>
                <a:pPr algn="ctr" marL="0" indent="0" lvl="0">
                  <a:lnSpc>
                    <a:spcPts val="2591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795220" y="4384857"/>
            <a:ext cx="23311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TÉCNICO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3363970">
            <a:off x="11523876" y="-4925799"/>
            <a:ext cx="11751899" cy="8922650"/>
          </a:xfrm>
          <a:custGeom>
            <a:avLst/>
            <a:gdLst/>
            <a:ahLst/>
            <a:cxnLst/>
            <a:rect r="r" b="b" t="t" l="l"/>
            <a:pathLst>
              <a:path h="8922650" w="11751899">
                <a:moveTo>
                  <a:pt x="0" y="0"/>
                </a:moveTo>
                <a:lnTo>
                  <a:pt x="11751899" y="0"/>
                </a:lnTo>
                <a:lnTo>
                  <a:pt x="11751899" y="8922650"/>
                </a:lnTo>
                <a:lnTo>
                  <a:pt x="0" y="892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16" t="-66582" r="-40927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212583">
            <a:off x="-6933965" y="-2298703"/>
            <a:ext cx="11751899" cy="8922650"/>
          </a:xfrm>
          <a:custGeom>
            <a:avLst/>
            <a:gdLst/>
            <a:ahLst/>
            <a:cxnLst/>
            <a:rect r="r" b="b" t="t" l="l"/>
            <a:pathLst>
              <a:path h="8922650" w="11751899">
                <a:moveTo>
                  <a:pt x="0" y="0"/>
                </a:moveTo>
                <a:lnTo>
                  <a:pt x="11751898" y="0"/>
                </a:lnTo>
                <a:lnTo>
                  <a:pt x="11751898" y="8922649"/>
                </a:lnTo>
                <a:lnTo>
                  <a:pt x="0" y="892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16" t="-66582" r="-40927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421752" y="4218170"/>
            <a:ext cx="233113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ECONÓMICO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47850" y="4384857"/>
            <a:ext cx="23311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OPERATIVO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74382" y="4384857"/>
            <a:ext cx="23311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TEMPORAL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9891" y="5466790"/>
            <a:ext cx="2639310" cy="10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Latencia en entrega de alertas push o fallas de señal GPS.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35278" y="5466790"/>
            <a:ext cx="2704080" cy="10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Cos</a:t>
            </a: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tos por consumo de servicios no previstos.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91630" y="5466790"/>
            <a:ext cx="2843572" cy="10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Repor</a:t>
            </a: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tes falsos o malintencionados por parte de usuarios.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82927" y="5466790"/>
            <a:ext cx="2663832" cy="105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</a:t>
            </a:r>
            <a:r>
              <a:rPr lang="en-US" sz="2032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esviación en los plazos de entrega del proyecto.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645850" y="4165515"/>
            <a:ext cx="3127678" cy="3304939"/>
            <a:chOff x="0" y="0"/>
            <a:chExt cx="624410" cy="6597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4410" cy="659798"/>
            </a:xfrm>
            <a:custGeom>
              <a:avLst/>
              <a:gdLst/>
              <a:ahLst/>
              <a:cxnLst/>
              <a:rect r="r" b="b" t="t" l="l"/>
              <a:pathLst>
                <a:path h="659798" w="624410">
                  <a:moveTo>
                    <a:pt x="86635" y="0"/>
                  </a:moveTo>
                  <a:lnTo>
                    <a:pt x="537775" y="0"/>
                  </a:lnTo>
                  <a:cubicBezTo>
                    <a:pt x="585622" y="0"/>
                    <a:pt x="624410" y="38788"/>
                    <a:pt x="624410" y="86635"/>
                  </a:cubicBezTo>
                  <a:lnTo>
                    <a:pt x="624410" y="573163"/>
                  </a:lnTo>
                  <a:cubicBezTo>
                    <a:pt x="624410" y="621010"/>
                    <a:pt x="585622" y="659798"/>
                    <a:pt x="537775" y="659798"/>
                  </a:cubicBezTo>
                  <a:lnTo>
                    <a:pt x="86635" y="659798"/>
                  </a:lnTo>
                  <a:cubicBezTo>
                    <a:pt x="38788" y="659798"/>
                    <a:pt x="0" y="621010"/>
                    <a:pt x="0" y="573163"/>
                  </a:cubicBezTo>
                  <a:lnTo>
                    <a:pt x="0" y="86635"/>
                  </a:lnTo>
                  <a:cubicBezTo>
                    <a:pt x="0" y="38788"/>
                    <a:pt x="38788" y="0"/>
                    <a:pt x="86635" y="0"/>
                  </a:cubicBezTo>
                  <a:close/>
                </a:path>
              </a:pathLst>
            </a:custGeom>
            <a:solidFill>
              <a:srgbClr val="3D68B5"/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624410" cy="688373"/>
            </a:xfrm>
            <a:prstGeom prst="rect">
              <a:avLst/>
            </a:prstGeom>
          </p:spPr>
          <p:txBody>
            <a:bodyPr anchor="ctr" rtlCol="false" tIns="45560" lIns="45560" bIns="45560" rIns="45560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931332" y="4218170"/>
            <a:ext cx="233113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DE COORDINACIÓN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866646" y="5095875"/>
            <a:ext cx="2776800" cy="211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00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problemas de coord</a:t>
            </a:r>
            <a:r>
              <a:rPr lang="en-US" sz="200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inación con entidades locales de emergencia (Seguridad Ciudadana, Bomberos, Ambulancia)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1891" y="1128572"/>
            <a:ext cx="12001185" cy="250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ESCALABILIDAD Y </a:t>
            </a:r>
            <a:r>
              <a:rPr lang="en-US" sz="8000" spc="240" strike="noStrike" u="none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PROYECCIÓN FUTURA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261390" y="5523340"/>
            <a:ext cx="15398597" cy="6084036"/>
          </a:xfrm>
          <a:custGeom>
            <a:avLst/>
            <a:gdLst/>
            <a:ahLst/>
            <a:cxnLst/>
            <a:rect r="r" b="b" t="t" l="l"/>
            <a:pathLst>
              <a:path h="6084036" w="15398597">
                <a:moveTo>
                  <a:pt x="0" y="0"/>
                </a:moveTo>
                <a:lnTo>
                  <a:pt x="15398597" y="0"/>
                </a:lnTo>
                <a:lnTo>
                  <a:pt x="15398597" y="6084036"/>
                </a:lnTo>
                <a:lnTo>
                  <a:pt x="0" y="608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5" t="-144304" r="-1169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5314415" y="6257925"/>
            <a:ext cx="15398597" cy="6084036"/>
          </a:xfrm>
          <a:custGeom>
            <a:avLst/>
            <a:gdLst/>
            <a:ahLst/>
            <a:cxnLst/>
            <a:rect r="r" b="b" t="t" l="l"/>
            <a:pathLst>
              <a:path h="6084036" w="15398597">
                <a:moveTo>
                  <a:pt x="0" y="0"/>
                </a:moveTo>
                <a:lnTo>
                  <a:pt x="15398597" y="0"/>
                </a:lnTo>
                <a:lnTo>
                  <a:pt x="15398597" y="6084036"/>
                </a:lnTo>
                <a:lnTo>
                  <a:pt x="0" y="608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5" t="-144304" r="-11694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75140" y="4444582"/>
            <a:ext cx="4339276" cy="4722165"/>
            <a:chOff x="0" y="0"/>
            <a:chExt cx="1142854" cy="1243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2854" cy="1243698"/>
            </a:xfrm>
            <a:custGeom>
              <a:avLst/>
              <a:gdLst/>
              <a:ahLst/>
              <a:cxnLst/>
              <a:rect r="r" b="b" t="t" l="l"/>
              <a:pathLst>
                <a:path h="1243698" w="1142854">
                  <a:moveTo>
                    <a:pt x="90992" y="0"/>
                  </a:moveTo>
                  <a:lnTo>
                    <a:pt x="1051863" y="0"/>
                  </a:lnTo>
                  <a:cubicBezTo>
                    <a:pt x="1102116" y="0"/>
                    <a:pt x="1142854" y="40738"/>
                    <a:pt x="1142854" y="90992"/>
                  </a:cubicBezTo>
                  <a:lnTo>
                    <a:pt x="1142854" y="1152706"/>
                  </a:lnTo>
                  <a:cubicBezTo>
                    <a:pt x="1142854" y="1202959"/>
                    <a:pt x="1102116" y="1243698"/>
                    <a:pt x="1051863" y="1243698"/>
                  </a:cubicBezTo>
                  <a:lnTo>
                    <a:pt x="90992" y="1243698"/>
                  </a:lnTo>
                  <a:cubicBezTo>
                    <a:pt x="40738" y="1243698"/>
                    <a:pt x="0" y="1202959"/>
                    <a:pt x="0" y="1152706"/>
                  </a:cubicBezTo>
                  <a:lnTo>
                    <a:pt x="0" y="90992"/>
                  </a:lnTo>
                  <a:cubicBezTo>
                    <a:pt x="0" y="40738"/>
                    <a:pt x="40738" y="0"/>
                    <a:pt x="90992" y="0"/>
                  </a:cubicBezTo>
                  <a:close/>
                </a:path>
              </a:pathLst>
            </a:custGeom>
            <a:solidFill>
              <a:srgbClr val="4EA9D4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42854" cy="1272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20151" y="4444582"/>
            <a:ext cx="4339276" cy="4763738"/>
            <a:chOff x="0" y="0"/>
            <a:chExt cx="1142854" cy="1254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2854" cy="1254647"/>
            </a:xfrm>
            <a:custGeom>
              <a:avLst/>
              <a:gdLst/>
              <a:ahLst/>
              <a:cxnLst/>
              <a:rect r="r" b="b" t="t" l="l"/>
              <a:pathLst>
                <a:path h="1254647" w="1142854">
                  <a:moveTo>
                    <a:pt x="90992" y="0"/>
                  </a:moveTo>
                  <a:lnTo>
                    <a:pt x="1051863" y="0"/>
                  </a:lnTo>
                  <a:cubicBezTo>
                    <a:pt x="1102116" y="0"/>
                    <a:pt x="1142854" y="40738"/>
                    <a:pt x="1142854" y="90992"/>
                  </a:cubicBezTo>
                  <a:lnTo>
                    <a:pt x="1142854" y="1163655"/>
                  </a:lnTo>
                  <a:cubicBezTo>
                    <a:pt x="1142854" y="1213909"/>
                    <a:pt x="1102116" y="1254647"/>
                    <a:pt x="1051863" y="1254647"/>
                  </a:cubicBezTo>
                  <a:lnTo>
                    <a:pt x="90992" y="1254647"/>
                  </a:lnTo>
                  <a:cubicBezTo>
                    <a:pt x="40738" y="1254647"/>
                    <a:pt x="0" y="1213909"/>
                    <a:pt x="0" y="1163655"/>
                  </a:cubicBezTo>
                  <a:lnTo>
                    <a:pt x="0" y="90992"/>
                  </a:lnTo>
                  <a:cubicBezTo>
                    <a:pt x="0" y="40738"/>
                    <a:pt x="40738" y="0"/>
                    <a:pt x="90992" y="0"/>
                  </a:cubicBezTo>
                  <a:close/>
                </a:path>
              </a:pathLst>
            </a:custGeom>
            <a:solidFill>
              <a:srgbClr val="4EA9D4">
                <a:alpha val="1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42854" cy="128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62531" y="4444582"/>
            <a:ext cx="4339276" cy="4763738"/>
            <a:chOff x="0" y="0"/>
            <a:chExt cx="1142854" cy="1254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2854" cy="1254647"/>
            </a:xfrm>
            <a:custGeom>
              <a:avLst/>
              <a:gdLst/>
              <a:ahLst/>
              <a:cxnLst/>
              <a:rect r="r" b="b" t="t" l="l"/>
              <a:pathLst>
                <a:path h="1254647" w="1142854">
                  <a:moveTo>
                    <a:pt x="90992" y="0"/>
                  </a:moveTo>
                  <a:lnTo>
                    <a:pt x="1051863" y="0"/>
                  </a:lnTo>
                  <a:cubicBezTo>
                    <a:pt x="1102116" y="0"/>
                    <a:pt x="1142854" y="40738"/>
                    <a:pt x="1142854" y="90992"/>
                  </a:cubicBezTo>
                  <a:lnTo>
                    <a:pt x="1142854" y="1163655"/>
                  </a:lnTo>
                  <a:cubicBezTo>
                    <a:pt x="1142854" y="1213909"/>
                    <a:pt x="1102116" y="1254647"/>
                    <a:pt x="1051863" y="1254647"/>
                  </a:cubicBezTo>
                  <a:lnTo>
                    <a:pt x="90992" y="1254647"/>
                  </a:lnTo>
                  <a:cubicBezTo>
                    <a:pt x="40738" y="1254647"/>
                    <a:pt x="0" y="1213909"/>
                    <a:pt x="0" y="1163655"/>
                  </a:cubicBezTo>
                  <a:lnTo>
                    <a:pt x="0" y="90992"/>
                  </a:lnTo>
                  <a:cubicBezTo>
                    <a:pt x="0" y="40738"/>
                    <a:pt x="40738" y="0"/>
                    <a:pt x="90992" y="0"/>
                  </a:cubicBezTo>
                  <a:close/>
                </a:path>
              </a:pathLst>
            </a:custGeom>
            <a:solidFill>
              <a:srgbClr val="4EA9D4">
                <a:alpha val="15686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142854" cy="128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755521" y="-277534"/>
            <a:ext cx="19645221" cy="731697"/>
            <a:chOff x="0" y="0"/>
            <a:chExt cx="5174050" cy="192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74050" cy="192710"/>
            </a:xfrm>
            <a:custGeom>
              <a:avLst/>
              <a:gdLst/>
              <a:ahLst/>
              <a:cxnLst/>
              <a:rect r="r" b="b" t="t" l="l"/>
              <a:pathLst>
                <a:path h="192710" w="5174050">
                  <a:moveTo>
                    <a:pt x="0" y="0"/>
                  </a:moveTo>
                  <a:lnTo>
                    <a:pt x="5174050" y="0"/>
                  </a:lnTo>
                  <a:lnTo>
                    <a:pt x="5174050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174050" cy="24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58705" y="3636823"/>
            <a:ext cx="9016770" cy="402476"/>
            <a:chOff x="0" y="0"/>
            <a:chExt cx="10669539" cy="476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6641" y="47611"/>
              <a:ext cx="10495836" cy="379427"/>
            </a:xfrm>
            <a:custGeom>
              <a:avLst/>
              <a:gdLst/>
              <a:ahLst/>
              <a:cxnLst/>
              <a:rect r="r" b="b" t="t" l="l"/>
              <a:pathLst>
                <a:path h="379427" w="10495836">
                  <a:moveTo>
                    <a:pt x="63542" y="83199"/>
                  </a:moveTo>
                  <a:cubicBezTo>
                    <a:pt x="864520" y="14619"/>
                    <a:pt x="1191005" y="9539"/>
                    <a:pt x="1591493" y="3189"/>
                  </a:cubicBezTo>
                  <a:cubicBezTo>
                    <a:pt x="2183520" y="-4431"/>
                    <a:pt x="2971438" y="3189"/>
                    <a:pt x="3798534" y="9539"/>
                  </a:cubicBezTo>
                  <a:cubicBezTo>
                    <a:pt x="4860700" y="15889"/>
                    <a:pt x="6288528" y="13349"/>
                    <a:pt x="7439933" y="48909"/>
                  </a:cubicBezTo>
                  <a:cubicBezTo>
                    <a:pt x="8484686" y="80659"/>
                    <a:pt x="10191116" y="164479"/>
                    <a:pt x="10419656" y="200039"/>
                  </a:cubicBezTo>
                  <a:cubicBezTo>
                    <a:pt x="10452304" y="203849"/>
                    <a:pt x="10461011" y="205119"/>
                    <a:pt x="10471894" y="212739"/>
                  </a:cubicBezTo>
                  <a:cubicBezTo>
                    <a:pt x="10487129" y="222899"/>
                    <a:pt x="10500189" y="241949"/>
                    <a:pt x="10493660" y="254649"/>
                  </a:cubicBezTo>
                  <a:cubicBezTo>
                    <a:pt x="10489306" y="268619"/>
                    <a:pt x="10471894" y="281319"/>
                    <a:pt x="10430538" y="291479"/>
                  </a:cubicBezTo>
                  <a:cubicBezTo>
                    <a:pt x="10267296" y="332119"/>
                    <a:pt x="9431494" y="297829"/>
                    <a:pt x="9024476" y="316879"/>
                  </a:cubicBezTo>
                  <a:cubicBezTo>
                    <a:pt x="8706697" y="330849"/>
                    <a:pt x="8323620" y="374029"/>
                    <a:pt x="8179967" y="377839"/>
                  </a:cubicBezTo>
                  <a:cubicBezTo>
                    <a:pt x="8132082" y="379109"/>
                    <a:pt x="8105964" y="381649"/>
                    <a:pt x="8082021" y="375299"/>
                  </a:cubicBezTo>
                  <a:cubicBezTo>
                    <a:pt x="8062432" y="371489"/>
                    <a:pt x="8047197" y="366409"/>
                    <a:pt x="8036314" y="356249"/>
                  </a:cubicBezTo>
                  <a:cubicBezTo>
                    <a:pt x="8025431" y="344819"/>
                    <a:pt x="8018901" y="321959"/>
                    <a:pt x="8027606" y="309259"/>
                  </a:cubicBezTo>
                  <a:cubicBezTo>
                    <a:pt x="8036314" y="296559"/>
                    <a:pt x="8066785" y="281319"/>
                    <a:pt x="8090727" y="278779"/>
                  </a:cubicBezTo>
                  <a:cubicBezTo>
                    <a:pt x="8112493" y="274969"/>
                    <a:pt x="8151672" y="281319"/>
                    <a:pt x="8169084" y="291479"/>
                  </a:cubicBezTo>
                  <a:cubicBezTo>
                    <a:pt x="8186497" y="300369"/>
                    <a:pt x="8195202" y="323229"/>
                    <a:pt x="8195202" y="335929"/>
                  </a:cubicBezTo>
                  <a:cubicBezTo>
                    <a:pt x="8193026" y="346089"/>
                    <a:pt x="8184320" y="357519"/>
                    <a:pt x="8169084" y="365139"/>
                  </a:cubicBezTo>
                  <a:cubicBezTo>
                    <a:pt x="8151672" y="372759"/>
                    <a:pt x="8112493" y="379109"/>
                    <a:pt x="8090727" y="377839"/>
                  </a:cubicBezTo>
                  <a:cubicBezTo>
                    <a:pt x="8071138" y="376569"/>
                    <a:pt x="8053726" y="368949"/>
                    <a:pt x="8042843" y="361329"/>
                  </a:cubicBezTo>
                  <a:cubicBezTo>
                    <a:pt x="8031960" y="352439"/>
                    <a:pt x="8023254" y="341009"/>
                    <a:pt x="8023254" y="330849"/>
                  </a:cubicBezTo>
                  <a:cubicBezTo>
                    <a:pt x="8021077" y="320689"/>
                    <a:pt x="8027606" y="307989"/>
                    <a:pt x="8036314" y="299099"/>
                  </a:cubicBezTo>
                  <a:cubicBezTo>
                    <a:pt x="8047197" y="291479"/>
                    <a:pt x="8058079" y="285129"/>
                    <a:pt x="8079845" y="280049"/>
                  </a:cubicBezTo>
                  <a:cubicBezTo>
                    <a:pt x="8136435" y="268619"/>
                    <a:pt x="8277912" y="278779"/>
                    <a:pt x="8401977" y="272429"/>
                  </a:cubicBezTo>
                  <a:cubicBezTo>
                    <a:pt x="8573926" y="263539"/>
                    <a:pt x="8769817" y="236869"/>
                    <a:pt x="9015769" y="225439"/>
                  </a:cubicBezTo>
                  <a:cubicBezTo>
                    <a:pt x="9387962" y="207659"/>
                    <a:pt x="10271649" y="182259"/>
                    <a:pt x="10419656" y="200039"/>
                  </a:cubicBezTo>
                  <a:cubicBezTo>
                    <a:pt x="10450128" y="202579"/>
                    <a:pt x="10458834" y="206389"/>
                    <a:pt x="10471894" y="212739"/>
                  </a:cubicBezTo>
                  <a:cubicBezTo>
                    <a:pt x="10484953" y="220359"/>
                    <a:pt x="10493660" y="233059"/>
                    <a:pt x="10495836" y="243219"/>
                  </a:cubicBezTo>
                  <a:cubicBezTo>
                    <a:pt x="10495836" y="253379"/>
                    <a:pt x="10489306" y="266079"/>
                    <a:pt x="10478423" y="274969"/>
                  </a:cubicBezTo>
                  <a:cubicBezTo>
                    <a:pt x="10467540" y="282589"/>
                    <a:pt x="10461011" y="287669"/>
                    <a:pt x="10430539" y="291479"/>
                  </a:cubicBezTo>
                  <a:cubicBezTo>
                    <a:pt x="10221588" y="319419"/>
                    <a:pt x="8573926" y="170829"/>
                    <a:pt x="7781655" y="141619"/>
                  </a:cubicBezTo>
                  <a:cubicBezTo>
                    <a:pt x="7139567" y="118759"/>
                    <a:pt x="6756491" y="121299"/>
                    <a:pt x="6036047" y="114949"/>
                  </a:cubicBezTo>
                  <a:cubicBezTo>
                    <a:pt x="4865052" y="104789"/>
                    <a:pt x="2388117" y="89549"/>
                    <a:pt x="1428251" y="104789"/>
                  </a:cubicBezTo>
                  <a:cubicBezTo>
                    <a:pt x="990761" y="112409"/>
                    <a:pt x="720866" y="121299"/>
                    <a:pt x="474914" y="139079"/>
                  </a:cubicBezTo>
                  <a:cubicBezTo>
                    <a:pt x="316024" y="150509"/>
                    <a:pt x="159311" y="186069"/>
                    <a:pt x="87485" y="182259"/>
                  </a:cubicBezTo>
                  <a:cubicBezTo>
                    <a:pt x="59189" y="180989"/>
                    <a:pt x="46130" y="178449"/>
                    <a:pt x="30894" y="170829"/>
                  </a:cubicBezTo>
                  <a:cubicBezTo>
                    <a:pt x="15658" y="163209"/>
                    <a:pt x="4775" y="150509"/>
                    <a:pt x="422" y="139079"/>
                  </a:cubicBezTo>
                  <a:cubicBezTo>
                    <a:pt x="-1755" y="128919"/>
                    <a:pt x="4775" y="113679"/>
                    <a:pt x="13481" y="104789"/>
                  </a:cubicBezTo>
                  <a:cubicBezTo>
                    <a:pt x="24364" y="94629"/>
                    <a:pt x="63542" y="83199"/>
                    <a:pt x="63542" y="83199"/>
                  </a:cubicBezTo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6023403">
            <a:off x="12077539" y="-5166314"/>
            <a:ext cx="5131074" cy="12009041"/>
          </a:xfrm>
          <a:custGeom>
            <a:avLst/>
            <a:gdLst/>
            <a:ahLst/>
            <a:cxnLst/>
            <a:rect r="r" b="b" t="t" l="l"/>
            <a:pathLst>
              <a:path h="12009041" w="5131074">
                <a:moveTo>
                  <a:pt x="0" y="0"/>
                </a:moveTo>
                <a:lnTo>
                  <a:pt x="5131074" y="0"/>
                </a:lnTo>
                <a:lnTo>
                  <a:pt x="5131074" y="12009041"/>
                </a:lnTo>
                <a:lnTo>
                  <a:pt x="0" y="12009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8334" t="-29131" r="-233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11997" y="5409934"/>
            <a:ext cx="3761470" cy="27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</a:t>
            </a:r>
            <a:r>
              <a:rPr lang="en-US" sz="2599" i="true" strike="noStrike" u="non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onexión con el centro de control de Seguridad Ciudadana de la Municipalidad de Puerto Montt para avisos automático de incidentes.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89332" y="5267756"/>
            <a:ext cx="3924755" cy="319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</a:t>
            </a:r>
            <a:r>
              <a:rPr lang="en-US" sz="2599" i="true" strike="noStrike" u="non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mplementación de analítica predictiva de puntos calientes ("heatmaps") para predecir zonas y horarios de mayor accidentabilidad o riesgo.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78752" y="5267756"/>
            <a:ext cx="3729699" cy="271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9"/>
              </a:lnSpc>
              <a:spcBef>
                <a:spcPct val="0"/>
              </a:spcBef>
            </a:pPr>
            <a:r>
              <a:rPr lang="en-US" sz="2578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Escalabil</a:t>
            </a:r>
            <a:r>
              <a:rPr lang="en-US" sz="2578" i="true" strike="noStrike" u="non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idad de la arquitectura para cubrir otras comunas de la Región de Los Lagos (Puerto Varas, Calbuco, Castro, Osorno).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1997" y="4791774"/>
            <a:ext cx="3612654" cy="44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6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</a:t>
            </a:r>
            <a:r>
              <a:rPr lang="en-US" b="true" sz="260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egración Municipal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96181" y="4695349"/>
            <a:ext cx="3474343" cy="44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6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</a:t>
            </a:r>
            <a:r>
              <a:rPr lang="en-US" b="true" sz="260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eligencia de Datos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30729" y="4695349"/>
            <a:ext cx="3202881" cy="44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6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Exp</a:t>
            </a:r>
            <a:r>
              <a:rPr lang="en-US" b="true" sz="260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ansión Regional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830729" y="2158151"/>
            <a:ext cx="3059417" cy="2459487"/>
          </a:xfrm>
          <a:custGeom>
            <a:avLst/>
            <a:gdLst/>
            <a:ahLst/>
            <a:cxnLst/>
            <a:rect r="r" b="b" t="t" l="l"/>
            <a:pathLst>
              <a:path h="2459487" w="3059417">
                <a:moveTo>
                  <a:pt x="0" y="0"/>
                </a:moveTo>
                <a:lnTo>
                  <a:pt x="3059417" y="0"/>
                </a:lnTo>
                <a:lnTo>
                  <a:pt x="3059417" y="2459487"/>
                </a:lnTo>
                <a:lnTo>
                  <a:pt x="0" y="2459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457" r="0" b="-5413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365" y="567018"/>
            <a:ext cx="12995450" cy="134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8000" spc="24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MOCKUP DE LA APP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-1287022" y="4734515"/>
            <a:ext cx="10431022" cy="6084036"/>
          </a:xfrm>
          <a:custGeom>
            <a:avLst/>
            <a:gdLst/>
            <a:ahLst/>
            <a:cxnLst/>
            <a:rect r="r" b="b" t="t" l="l"/>
            <a:pathLst>
              <a:path h="6084036" w="10431022">
                <a:moveTo>
                  <a:pt x="0" y="0"/>
                </a:moveTo>
                <a:lnTo>
                  <a:pt x="10431022" y="0"/>
                </a:lnTo>
                <a:lnTo>
                  <a:pt x="10431022" y="6084036"/>
                </a:lnTo>
                <a:lnTo>
                  <a:pt x="0" y="6084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16" t="-144304" r="-6488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755521" y="-277534"/>
            <a:ext cx="19645221" cy="731697"/>
            <a:chOff x="0" y="0"/>
            <a:chExt cx="5174050" cy="192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74050" cy="192710"/>
            </a:xfrm>
            <a:custGeom>
              <a:avLst/>
              <a:gdLst/>
              <a:ahLst/>
              <a:cxnLst/>
              <a:rect r="r" b="b" t="t" l="l"/>
              <a:pathLst>
                <a:path h="192710" w="5174050">
                  <a:moveTo>
                    <a:pt x="0" y="0"/>
                  </a:moveTo>
                  <a:lnTo>
                    <a:pt x="5174050" y="0"/>
                  </a:lnTo>
                  <a:lnTo>
                    <a:pt x="5174050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3D68B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74050" cy="24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635615" y="1711981"/>
            <a:ext cx="9016770" cy="402476"/>
            <a:chOff x="0" y="0"/>
            <a:chExt cx="10669539" cy="476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6641" y="47611"/>
              <a:ext cx="10495836" cy="379427"/>
            </a:xfrm>
            <a:custGeom>
              <a:avLst/>
              <a:gdLst/>
              <a:ahLst/>
              <a:cxnLst/>
              <a:rect r="r" b="b" t="t" l="l"/>
              <a:pathLst>
                <a:path h="379427" w="10495836">
                  <a:moveTo>
                    <a:pt x="63542" y="83199"/>
                  </a:moveTo>
                  <a:cubicBezTo>
                    <a:pt x="864520" y="14619"/>
                    <a:pt x="1191005" y="9539"/>
                    <a:pt x="1591493" y="3189"/>
                  </a:cubicBezTo>
                  <a:cubicBezTo>
                    <a:pt x="2183520" y="-4431"/>
                    <a:pt x="2971438" y="3189"/>
                    <a:pt x="3798534" y="9539"/>
                  </a:cubicBezTo>
                  <a:cubicBezTo>
                    <a:pt x="4860700" y="15889"/>
                    <a:pt x="6288528" y="13349"/>
                    <a:pt x="7439933" y="48909"/>
                  </a:cubicBezTo>
                  <a:cubicBezTo>
                    <a:pt x="8484686" y="80659"/>
                    <a:pt x="10191116" y="164479"/>
                    <a:pt x="10419656" y="200039"/>
                  </a:cubicBezTo>
                  <a:cubicBezTo>
                    <a:pt x="10452304" y="203849"/>
                    <a:pt x="10461011" y="205119"/>
                    <a:pt x="10471894" y="212739"/>
                  </a:cubicBezTo>
                  <a:cubicBezTo>
                    <a:pt x="10487129" y="222899"/>
                    <a:pt x="10500189" y="241949"/>
                    <a:pt x="10493660" y="254649"/>
                  </a:cubicBezTo>
                  <a:cubicBezTo>
                    <a:pt x="10489306" y="268619"/>
                    <a:pt x="10471894" y="281319"/>
                    <a:pt x="10430538" y="291479"/>
                  </a:cubicBezTo>
                  <a:cubicBezTo>
                    <a:pt x="10267296" y="332119"/>
                    <a:pt x="9431494" y="297829"/>
                    <a:pt x="9024476" y="316879"/>
                  </a:cubicBezTo>
                  <a:cubicBezTo>
                    <a:pt x="8706697" y="330849"/>
                    <a:pt x="8323620" y="374029"/>
                    <a:pt x="8179967" y="377839"/>
                  </a:cubicBezTo>
                  <a:cubicBezTo>
                    <a:pt x="8132082" y="379109"/>
                    <a:pt x="8105964" y="381649"/>
                    <a:pt x="8082021" y="375299"/>
                  </a:cubicBezTo>
                  <a:cubicBezTo>
                    <a:pt x="8062432" y="371489"/>
                    <a:pt x="8047197" y="366409"/>
                    <a:pt x="8036314" y="356249"/>
                  </a:cubicBezTo>
                  <a:cubicBezTo>
                    <a:pt x="8025431" y="344819"/>
                    <a:pt x="8018901" y="321959"/>
                    <a:pt x="8027606" y="309259"/>
                  </a:cubicBezTo>
                  <a:cubicBezTo>
                    <a:pt x="8036314" y="296559"/>
                    <a:pt x="8066785" y="281319"/>
                    <a:pt x="8090727" y="278779"/>
                  </a:cubicBezTo>
                  <a:cubicBezTo>
                    <a:pt x="8112493" y="274969"/>
                    <a:pt x="8151672" y="281319"/>
                    <a:pt x="8169084" y="291479"/>
                  </a:cubicBezTo>
                  <a:cubicBezTo>
                    <a:pt x="8186497" y="300369"/>
                    <a:pt x="8195202" y="323229"/>
                    <a:pt x="8195202" y="335929"/>
                  </a:cubicBezTo>
                  <a:cubicBezTo>
                    <a:pt x="8193026" y="346089"/>
                    <a:pt x="8184320" y="357519"/>
                    <a:pt x="8169084" y="365139"/>
                  </a:cubicBezTo>
                  <a:cubicBezTo>
                    <a:pt x="8151672" y="372759"/>
                    <a:pt x="8112493" y="379109"/>
                    <a:pt x="8090727" y="377839"/>
                  </a:cubicBezTo>
                  <a:cubicBezTo>
                    <a:pt x="8071138" y="376569"/>
                    <a:pt x="8053726" y="368949"/>
                    <a:pt x="8042843" y="361329"/>
                  </a:cubicBezTo>
                  <a:cubicBezTo>
                    <a:pt x="8031960" y="352439"/>
                    <a:pt x="8023254" y="341009"/>
                    <a:pt x="8023254" y="330849"/>
                  </a:cubicBezTo>
                  <a:cubicBezTo>
                    <a:pt x="8021077" y="320689"/>
                    <a:pt x="8027606" y="307989"/>
                    <a:pt x="8036314" y="299099"/>
                  </a:cubicBezTo>
                  <a:cubicBezTo>
                    <a:pt x="8047197" y="291479"/>
                    <a:pt x="8058079" y="285129"/>
                    <a:pt x="8079845" y="280049"/>
                  </a:cubicBezTo>
                  <a:cubicBezTo>
                    <a:pt x="8136435" y="268619"/>
                    <a:pt x="8277912" y="278779"/>
                    <a:pt x="8401977" y="272429"/>
                  </a:cubicBezTo>
                  <a:cubicBezTo>
                    <a:pt x="8573926" y="263539"/>
                    <a:pt x="8769817" y="236869"/>
                    <a:pt x="9015769" y="225439"/>
                  </a:cubicBezTo>
                  <a:cubicBezTo>
                    <a:pt x="9387962" y="207659"/>
                    <a:pt x="10271649" y="182259"/>
                    <a:pt x="10419656" y="200039"/>
                  </a:cubicBezTo>
                  <a:cubicBezTo>
                    <a:pt x="10450128" y="202579"/>
                    <a:pt x="10458834" y="206389"/>
                    <a:pt x="10471894" y="212739"/>
                  </a:cubicBezTo>
                  <a:cubicBezTo>
                    <a:pt x="10484953" y="220359"/>
                    <a:pt x="10493660" y="233059"/>
                    <a:pt x="10495836" y="243219"/>
                  </a:cubicBezTo>
                  <a:cubicBezTo>
                    <a:pt x="10495836" y="253379"/>
                    <a:pt x="10489306" y="266079"/>
                    <a:pt x="10478423" y="274969"/>
                  </a:cubicBezTo>
                  <a:cubicBezTo>
                    <a:pt x="10467540" y="282589"/>
                    <a:pt x="10461011" y="287669"/>
                    <a:pt x="10430539" y="291479"/>
                  </a:cubicBezTo>
                  <a:cubicBezTo>
                    <a:pt x="10221588" y="319419"/>
                    <a:pt x="8573926" y="170829"/>
                    <a:pt x="7781655" y="141619"/>
                  </a:cubicBezTo>
                  <a:cubicBezTo>
                    <a:pt x="7139567" y="118759"/>
                    <a:pt x="6756491" y="121299"/>
                    <a:pt x="6036047" y="114949"/>
                  </a:cubicBezTo>
                  <a:cubicBezTo>
                    <a:pt x="4865052" y="104789"/>
                    <a:pt x="2388117" y="89549"/>
                    <a:pt x="1428251" y="104789"/>
                  </a:cubicBezTo>
                  <a:cubicBezTo>
                    <a:pt x="990761" y="112409"/>
                    <a:pt x="720866" y="121299"/>
                    <a:pt x="474914" y="139079"/>
                  </a:cubicBezTo>
                  <a:cubicBezTo>
                    <a:pt x="316024" y="150509"/>
                    <a:pt x="159311" y="186069"/>
                    <a:pt x="87485" y="182259"/>
                  </a:cubicBezTo>
                  <a:cubicBezTo>
                    <a:pt x="59189" y="180989"/>
                    <a:pt x="46130" y="178449"/>
                    <a:pt x="30894" y="170829"/>
                  </a:cubicBezTo>
                  <a:cubicBezTo>
                    <a:pt x="15658" y="163209"/>
                    <a:pt x="4775" y="150509"/>
                    <a:pt x="422" y="139079"/>
                  </a:cubicBezTo>
                  <a:cubicBezTo>
                    <a:pt x="-1755" y="128919"/>
                    <a:pt x="4775" y="113679"/>
                    <a:pt x="13481" y="104789"/>
                  </a:cubicBezTo>
                  <a:cubicBezTo>
                    <a:pt x="24364" y="94629"/>
                    <a:pt x="63542" y="83199"/>
                    <a:pt x="63542" y="83199"/>
                  </a:cubicBezTo>
                </a:path>
              </a:pathLst>
            </a:custGeom>
            <a:solidFill>
              <a:srgbClr val="D6321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5324197">
            <a:off x="5669976" y="2878598"/>
            <a:ext cx="8184981" cy="14816805"/>
          </a:xfrm>
          <a:custGeom>
            <a:avLst/>
            <a:gdLst/>
            <a:ahLst/>
            <a:cxnLst/>
            <a:rect r="r" b="b" t="t" l="l"/>
            <a:pathLst>
              <a:path h="14816805" w="8184981">
                <a:moveTo>
                  <a:pt x="0" y="0"/>
                </a:moveTo>
                <a:lnTo>
                  <a:pt x="8184981" y="0"/>
                </a:lnTo>
                <a:lnTo>
                  <a:pt x="8184981" y="14816804"/>
                </a:lnTo>
                <a:lnTo>
                  <a:pt x="0" y="14816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068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3929" y="2551496"/>
            <a:ext cx="4132530" cy="5212320"/>
          </a:xfrm>
          <a:custGeom>
            <a:avLst/>
            <a:gdLst/>
            <a:ahLst/>
            <a:cxnLst/>
            <a:rect r="r" b="b" t="t" l="l"/>
            <a:pathLst>
              <a:path h="5212320" w="4132530">
                <a:moveTo>
                  <a:pt x="0" y="0"/>
                </a:moveTo>
                <a:lnTo>
                  <a:pt x="4132530" y="0"/>
                </a:lnTo>
                <a:lnTo>
                  <a:pt x="4132530" y="5212320"/>
                </a:lnTo>
                <a:lnTo>
                  <a:pt x="0" y="5212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16459" y="2551496"/>
            <a:ext cx="3591617" cy="5254187"/>
          </a:xfrm>
          <a:custGeom>
            <a:avLst/>
            <a:gdLst/>
            <a:ahLst/>
            <a:cxnLst/>
            <a:rect r="r" b="b" t="t" l="l"/>
            <a:pathLst>
              <a:path h="5254187" w="3591617">
                <a:moveTo>
                  <a:pt x="0" y="0"/>
                </a:moveTo>
                <a:lnTo>
                  <a:pt x="3591616" y="0"/>
                </a:lnTo>
                <a:lnTo>
                  <a:pt x="3591616" y="5254187"/>
                </a:lnTo>
                <a:lnTo>
                  <a:pt x="0" y="5254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08075" y="2537751"/>
            <a:ext cx="2660211" cy="5239809"/>
          </a:xfrm>
          <a:custGeom>
            <a:avLst/>
            <a:gdLst/>
            <a:ahLst/>
            <a:cxnLst/>
            <a:rect r="r" b="b" t="t" l="l"/>
            <a:pathLst>
              <a:path h="5239809" w="2660211">
                <a:moveTo>
                  <a:pt x="0" y="0"/>
                </a:moveTo>
                <a:lnTo>
                  <a:pt x="2660211" y="0"/>
                </a:lnTo>
                <a:lnTo>
                  <a:pt x="2660211" y="5239809"/>
                </a:lnTo>
                <a:lnTo>
                  <a:pt x="0" y="523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68286" y="2564988"/>
            <a:ext cx="3899077" cy="5240695"/>
          </a:xfrm>
          <a:custGeom>
            <a:avLst/>
            <a:gdLst/>
            <a:ahLst/>
            <a:cxnLst/>
            <a:rect r="r" b="b" t="t" l="l"/>
            <a:pathLst>
              <a:path h="5240695" w="3899077">
                <a:moveTo>
                  <a:pt x="0" y="0"/>
                </a:moveTo>
                <a:lnTo>
                  <a:pt x="3899077" y="0"/>
                </a:lnTo>
                <a:lnTo>
                  <a:pt x="3899077" y="5240695"/>
                </a:lnTo>
                <a:lnTo>
                  <a:pt x="0" y="52406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67363" y="2564988"/>
            <a:ext cx="2708043" cy="5512310"/>
          </a:xfrm>
          <a:custGeom>
            <a:avLst/>
            <a:gdLst/>
            <a:ahLst/>
            <a:cxnLst/>
            <a:rect r="r" b="b" t="t" l="l"/>
            <a:pathLst>
              <a:path h="5512310" w="2708043">
                <a:moveTo>
                  <a:pt x="0" y="0"/>
                </a:moveTo>
                <a:lnTo>
                  <a:pt x="2708043" y="0"/>
                </a:lnTo>
                <a:lnTo>
                  <a:pt x="2708043" y="5512311"/>
                </a:lnTo>
                <a:lnTo>
                  <a:pt x="0" y="55123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2188" y="2798971"/>
            <a:ext cx="12611052" cy="38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64"/>
              </a:lnSpc>
              <a:spcBef>
                <a:spcPct val="0"/>
              </a:spcBef>
            </a:pPr>
            <a:r>
              <a:rPr lang="en-US" sz="19974" spc="599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GRACIAS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22281" y="6621873"/>
            <a:ext cx="5443438" cy="416420"/>
            <a:chOff x="0" y="0"/>
            <a:chExt cx="622554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554" y="47611"/>
              <a:ext cx="6124186" cy="379427"/>
            </a:xfrm>
            <a:custGeom>
              <a:avLst/>
              <a:gdLst/>
              <a:ahLst/>
              <a:cxnLst/>
              <a:rect r="r" b="b" t="t" l="l"/>
              <a:pathLst>
                <a:path h="379427" w="6124186">
                  <a:moveTo>
                    <a:pt x="37076" y="83199"/>
                  </a:moveTo>
                  <a:cubicBezTo>
                    <a:pt x="504436" y="14619"/>
                    <a:pt x="694936" y="9539"/>
                    <a:pt x="928616" y="3189"/>
                  </a:cubicBezTo>
                  <a:cubicBezTo>
                    <a:pt x="1274056" y="-4431"/>
                    <a:pt x="1733796" y="3189"/>
                    <a:pt x="2216396" y="9539"/>
                  </a:cubicBezTo>
                  <a:cubicBezTo>
                    <a:pt x="2836156" y="15889"/>
                    <a:pt x="3669276" y="13349"/>
                    <a:pt x="4341106" y="48909"/>
                  </a:cubicBezTo>
                  <a:cubicBezTo>
                    <a:pt x="4950706" y="80659"/>
                    <a:pt x="5946386" y="164479"/>
                    <a:pt x="6079736" y="200039"/>
                  </a:cubicBezTo>
                  <a:cubicBezTo>
                    <a:pt x="6098786" y="203849"/>
                    <a:pt x="6103866" y="205119"/>
                    <a:pt x="6110216" y="212739"/>
                  </a:cubicBezTo>
                  <a:cubicBezTo>
                    <a:pt x="6119106" y="222899"/>
                    <a:pt x="6126726" y="241949"/>
                    <a:pt x="6122916" y="254649"/>
                  </a:cubicBezTo>
                  <a:cubicBezTo>
                    <a:pt x="6120376" y="268619"/>
                    <a:pt x="6110216" y="281319"/>
                    <a:pt x="6086086" y="291479"/>
                  </a:cubicBezTo>
                  <a:cubicBezTo>
                    <a:pt x="5990836" y="332119"/>
                    <a:pt x="5503156" y="297829"/>
                    <a:pt x="5265666" y="316879"/>
                  </a:cubicBezTo>
                  <a:cubicBezTo>
                    <a:pt x="5080246" y="330849"/>
                    <a:pt x="4856726" y="374029"/>
                    <a:pt x="4772906" y="377839"/>
                  </a:cubicBezTo>
                  <a:cubicBezTo>
                    <a:pt x="4744966" y="379109"/>
                    <a:pt x="4729726" y="381649"/>
                    <a:pt x="4715756" y="375299"/>
                  </a:cubicBezTo>
                  <a:cubicBezTo>
                    <a:pt x="4704326" y="371489"/>
                    <a:pt x="4695436" y="366409"/>
                    <a:pt x="4689086" y="356249"/>
                  </a:cubicBezTo>
                  <a:cubicBezTo>
                    <a:pt x="4682736" y="344819"/>
                    <a:pt x="4678926" y="321959"/>
                    <a:pt x="4684006" y="309259"/>
                  </a:cubicBezTo>
                  <a:cubicBezTo>
                    <a:pt x="4689086" y="296559"/>
                    <a:pt x="4706866" y="281319"/>
                    <a:pt x="4720836" y="278779"/>
                  </a:cubicBezTo>
                  <a:cubicBezTo>
                    <a:pt x="4733536" y="274969"/>
                    <a:pt x="4756396" y="281319"/>
                    <a:pt x="4766556" y="291479"/>
                  </a:cubicBezTo>
                  <a:cubicBezTo>
                    <a:pt x="4776716" y="300369"/>
                    <a:pt x="4781796" y="323229"/>
                    <a:pt x="4781796" y="335929"/>
                  </a:cubicBezTo>
                  <a:cubicBezTo>
                    <a:pt x="4780526" y="346089"/>
                    <a:pt x="4775446" y="357519"/>
                    <a:pt x="4766556" y="365139"/>
                  </a:cubicBezTo>
                  <a:cubicBezTo>
                    <a:pt x="4756396" y="372759"/>
                    <a:pt x="4733536" y="379109"/>
                    <a:pt x="4720836" y="377839"/>
                  </a:cubicBezTo>
                  <a:cubicBezTo>
                    <a:pt x="4709406" y="376569"/>
                    <a:pt x="4699246" y="368949"/>
                    <a:pt x="4692896" y="361329"/>
                  </a:cubicBezTo>
                  <a:cubicBezTo>
                    <a:pt x="4686546" y="352439"/>
                    <a:pt x="4681466" y="341009"/>
                    <a:pt x="4681466" y="330849"/>
                  </a:cubicBezTo>
                  <a:cubicBezTo>
                    <a:pt x="4680196" y="320689"/>
                    <a:pt x="4684006" y="307989"/>
                    <a:pt x="4689086" y="299099"/>
                  </a:cubicBezTo>
                  <a:cubicBezTo>
                    <a:pt x="4695436" y="291479"/>
                    <a:pt x="4701786" y="285129"/>
                    <a:pt x="4714486" y="280049"/>
                  </a:cubicBezTo>
                  <a:cubicBezTo>
                    <a:pt x="4747506" y="268619"/>
                    <a:pt x="4830056" y="278779"/>
                    <a:pt x="4902446" y="272429"/>
                  </a:cubicBezTo>
                  <a:cubicBezTo>
                    <a:pt x="5002776" y="263539"/>
                    <a:pt x="5117076" y="236869"/>
                    <a:pt x="5260586" y="225439"/>
                  </a:cubicBezTo>
                  <a:cubicBezTo>
                    <a:pt x="5477756" y="207659"/>
                    <a:pt x="5993376" y="182259"/>
                    <a:pt x="6079736" y="200039"/>
                  </a:cubicBezTo>
                  <a:cubicBezTo>
                    <a:pt x="6097516" y="202579"/>
                    <a:pt x="6102596" y="206389"/>
                    <a:pt x="6110216" y="212739"/>
                  </a:cubicBezTo>
                  <a:cubicBezTo>
                    <a:pt x="6117836" y="220359"/>
                    <a:pt x="6122916" y="233059"/>
                    <a:pt x="6124186" y="243219"/>
                  </a:cubicBezTo>
                  <a:cubicBezTo>
                    <a:pt x="6124186" y="253379"/>
                    <a:pt x="6120376" y="266079"/>
                    <a:pt x="6114026" y="274969"/>
                  </a:cubicBezTo>
                  <a:cubicBezTo>
                    <a:pt x="6107676" y="282589"/>
                    <a:pt x="6103866" y="287669"/>
                    <a:pt x="6086086" y="291479"/>
                  </a:cubicBezTo>
                  <a:cubicBezTo>
                    <a:pt x="5964166" y="319419"/>
                    <a:pt x="5002776" y="170829"/>
                    <a:pt x="4540496" y="141619"/>
                  </a:cubicBezTo>
                  <a:cubicBezTo>
                    <a:pt x="4165846" y="118759"/>
                    <a:pt x="3942326" y="121299"/>
                    <a:pt x="3521956" y="114949"/>
                  </a:cubicBezTo>
                  <a:cubicBezTo>
                    <a:pt x="2838696" y="104789"/>
                    <a:pt x="1393436" y="89549"/>
                    <a:pt x="833366" y="104789"/>
                  </a:cubicBezTo>
                  <a:cubicBezTo>
                    <a:pt x="578096" y="112409"/>
                    <a:pt x="420616" y="121299"/>
                    <a:pt x="277106" y="139079"/>
                  </a:cubicBezTo>
                  <a:cubicBezTo>
                    <a:pt x="184396" y="150509"/>
                    <a:pt x="92956" y="186069"/>
                    <a:pt x="51046" y="182259"/>
                  </a:cubicBezTo>
                  <a:cubicBezTo>
                    <a:pt x="34536" y="180989"/>
                    <a:pt x="26916" y="178449"/>
                    <a:pt x="18026" y="170829"/>
                  </a:cubicBezTo>
                  <a:cubicBezTo>
                    <a:pt x="9136" y="163209"/>
                    <a:pt x="2786" y="150509"/>
                    <a:pt x="246" y="139079"/>
                  </a:cubicBezTo>
                  <a:cubicBezTo>
                    <a:pt x="-1024" y="128919"/>
                    <a:pt x="2786" y="113679"/>
                    <a:pt x="7866" y="104789"/>
                  </a:cubicBezTo>
                  <a:cubicBezTo>
                    <a:pt x="14216" y="94629"/>
                    <a:pt x="37076" y="83199"/>
                    <a:pt x="37076" y="8319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DAHTiHeYclc</dc:identifier>
  <dcterms:modified xsi:type="dcterms:W3CDTF">2011-08-01T06:04:30Z</dcterms:modified>
  <cp:revision>1</cp:revision>
  <dc:title>Presentación Proyecto.pptx</dc:title>
</cp:coreProperties>
</file>